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notesMasterIdLst>
    <p:notesMasterId r:id="rId11"/>
  </p:notesMasterIdLst>
  <p:sldIdLst>
    <p:sldId id="256" r:id="rId2"/>
    <p:sldId id="257" r:id="rId3"/>
    <p:sldId id="259" r:id="rId4"/>
    <p:sldId id="260" r:id="rId5"/>
    <p:sldId id="261" r:id="rId6"/>
    <p:sldId id="262" r:id="rId7"/>
    <p:sldId id="263" r:id="rId8"/>
    <p:sldId id="264" r:id="rId9"/>
    <p:sldId id="265" r:id="rId1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91D49C99-455D-439F-972C-0D83779A37B2}">
          <p14:sldIdLst>
            <p14:sldId id="256"/>
            <p14:sldId id="257"/>
          </p14:sldIdLst>
        </p14:section>
        <p14:section name="CADRAGE DU PROJET" id="{6B47E6C8-E69E-4D0B-9202-1AE0BB5BD083}">
          <p14:sldIdLst>
            <p14:sldId id="259"/>
            <p14:sldId id="260"/>
            <p14:sldId id="261"/>
            <p14:sldId id="262"/>
          </p14:sldIdLst>
        </p14:section>
        <p14:section name="IDENTIFICATION DES QUESTIONS MÉTIER" id="{9032E342-9E81-4327-B750-CD36BB82867F}">
          <p14:sldIdLst>
            <p14:sldId id="263"/>
          </p14:sldIdLst>
        </p14:section>
        <p14:section name="IDENTIFICATION DES ENTITÉS (TABLES)" id="{30F59BB8-AC72-46A1-8F72-95B84766C796}">
          <p14:sldIdLst>
            <p14:sldId id="264"/>
          </p14:sldIdLst>
        </p14:section>
        <p14:section name="DICTIONNAIRE DES DONNÉES (COLONNES)" id="{2F8D5137-7F46-45E4-B33D-4407AE75F116}">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B5B8A8-BA05-4A4B-8AB2-0318D0D3BDF3}" v="361" dt="2026-01-22T22:53:20.4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4444" autoAdjust="0"/>
  </p:normalViewPr>
  <p:slideViewPr>
    <p:cSldViewPr snapToGrid="0">
      <p:cViewPr>
        <p:scale>
          <a:sx n="200" d="100"/>
          <a:sy n="200" d="100"/>
        </p:scale>
        <p:origin x="-10502" y="-4771"/>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ds SOKOU" userId="6077ce802e261655" providerId="LiveId" clId="{A96DCA15-5EF3-4C23-8F29-99A15ECB1945}"/>
    <pc:docChg chg="undo redo custSel addSld delSld modSld sldOrd addSection delSection modSection">
      <pc:chgData name="Lods SOKOU" userId="6077ce802e261655" providerId="LiveId" clId="{A96DCA15-5EF3-4C23-8F29-99A15ECB1945}" dt="2026-01-22T22:53:20.460" v="1058" actId="113"/>
      <pc:docMkLst>
        <pc:docMk/>
      </pc:docMkLst>
      <pc:sldChg chg="addSp delSp modSp mod">
        <pc:chgData name="Lods SOKOU" userId="6077ce802e261655" providerId="LiveId" clId="{A96DCA15-5EF3-4C23-8F29-99A15ECB1945}" dt="2026-01-21T16:49:37.451" v="764"/>
        <pc:sldMkLst>
          <pc:docMk/>
          <pc:sldMk cId="327074487" sldId="256"/>
        </pc:sldMkLst>
        <pc:spChg chg="mod">
          <ac:chgData name="Lods SOKOU" userId="6077ce802e261655" providerId="LiveId" clId="{A96DCA15-5EF3-4C23-8F29-99A15ECB1945}" dt="2026-01-21T16:17:58.649" v="540" actId="122"/>
          <ac:spMkLst>
            <pc:docMk/>
            <pc:sldMk cId="327074487" sldId="256"/>
            <ac:spMk id="2" creationId="{C8EA7DF4-78CD-39A2-5771-DB7AD46F2C44}"/>
          </ac:spMkLst>
        </pc:spChg>
        <pc:spChg chg="del">
          <ac:chgData name="Lods SOKOU" userId="6077ce802e261655" providerId="LiveId" clId="{A96DCA15-5EF3-4C23-8F29-99A15ECB1945}" dt="2026-01-21T16:17:26.945" v="536" actId="478"/>
          <ac:spMkLst>
            <pc:docMk/>
            <pc:sldMk cId="327074487" sldId="256"/>
            <ac:spMk id="3" creationId="{AF51069F-B342-DCEE-A0D1-A5046F0526CF}"/>
          </ac:spMkLst>
        </pc:spChg>
        <pc:spChg chg="add del mod">
          <ac:chgData name="Lods SOKOU" userId="6077ce802e261655" providerId="LiveId" clId="{A96DCA15-5EF3-4C23-8F29-99A15ECB1945}" dt="2026-01-21T16:17:30.399" v="537" actId="478"/>
          <ac:spMkLst>
            <pc:docMk/>
            <pc:sldMk cId="327074487" sldId="256"/>
            <ac:spMk id="6" creationId="{638570B4-BC28-5A31-01AE-51CD3A27C102}"/>
          </ac:spMkLst>
        </pc:spChg>
        <pc:spChg chg="del">
          <ac:chgData name="Lods SOKOU" userId="6077ce802e261655" providerId="LiveId" clId="{A96DCA15-5EF3-4C23-8F29-99A15ECB1945}" dt="2026-01-21T16:17:19.639" v="535"/>
          <ac:spMkLst>
            <pc:docMk/>
            <pc:sldMk cId="327074487" sldId="256"/>
            <ac:spMk id="8" creationId="{B7223FD5-375C-E6D7-3CFD-6B8F0FA05CC5}"/>
          </ac:spMkLst>
        </pc:spChg>
        <pc:picChg chg="add mod">
          <ac:chgData name="Lods SOKOU" userId="6077ce802e261655" providerId="LiveId" clId="{A96DCA15-5EF3-4C23-8F29-99A15ECB1945}" dt="2026-01-21T16:17:19.639" v="535"/>
          <ac:picMkLst>
            <pc:docMk/>
            <pc:sldMk cId="327074487" sldId="256"/>
            <ac:picMk id="4" creationId="{599EF48B-D6A7-A2F5-7EB2-DA5F7669E151}"/>
          </ac:picMkLst>
        </pc:picChg>
        <pc:picChg chg="add mod ord">
          <ac:chgData name="Lods SOKOU" userId="6077ce802e261655" providerId="LiveId" clId="{A96DCA15-5EF3-4C23-8F29-99A15ECB1945}" dt="2026-01-21T16:49:37.451" v="764"/>
          <ac:picMkLst>
            <pc:docMk/>
            <pc:sldMk cId="327074487" sldId="256"/>
            <ac:picMk id="9" creationId="{82643D89-B7E6-3F8A-916F-E250851E1155}"/>
          </ac:picMkLst>
        </pc:picChg>
      </pc:sldChg>
      <pc:sldChg chg="addSp modSp new mod ord modClrScheme chgLayout">
        <pc:chgData name="Lods SOKOU" userId="6077ce802e261655" providerId="LiveId" clId="{A96DCA15-5EF3-4C23-8F29-99A15ECB1945}" dt="2026-01-21T10:18:55.271" v="149"/>
        <pc:sldMkLst>
          <pc:docMk/>
          <pc:sldMk cId="2828197901" sldId="257"/>
        </pc:sldMkLst>
        <pc:spChg chg="mod">
          <ac:chgData name="Lods SOKOU" userId="6077ce802e261655" providerId="LiveId" clId="{A96DCA15-5EF3-4C23-8F29-99A15ECB1945}" dt="2026-01-21T09:54:12.953" v="10" actId="26606"/>
          <ac:spMkLst>
            <pc:docMk/>
            <pc:sldMk cId="2828197901" sldId="257"/>
            <ac:spMk id="2" creationId="{88B5DEB7-F56F-094C-A002-25F186E0E7D4}"/>
          </ac:spMkLst>
        </pc:spChg>
        <pc:spChg chg="mod">
          <ac:chgData name="Lods SOKOU" userId="6077ce802e261655" providerId="LiveId" clId="{A96DCA15-5EF3-4C23-8F29-99A15ECB1945}" dt="2026-01-21T09:54:12.953" v="10" actId="26606"/>
          <ac:spMkLst>
            <pc:docMk/>
            <pc:sldMk cId="2828197901" sldId="257"/>
            <ac:spMk id="3" creationId="{E7AF429C-E7B6-400E-B140-C8DB1072B341}"/>
          </ac:spMkLst>
        </pc:spChg>
        <pc:picChg chg="add">
          <ac:chgData name="Lods SOKOU" userId="6077ce802e261655" providerId="LiveId" clId="{A96DCA15-5EF3-4C23-8F29-99A15ECB1945}" dt="2026-01-21T09:54:12.953" v="10" actId="26606"/>
          <ac:picMkLst>
            <pc:docMk/>
            <pc:sldMk cId="2828197901" sldId="257"/>
            <ac:picMk id="5" creationId="{71E6CEB1-D5A0-335D-22A4-BFA2D866F22D}"/>
          </ac:picMkLst>
        </pc:picChg>
      </pc:sldChg>
      <pc:sldChg chg="new del">
        <pc:chgData name="Lods SOKOU" userId="6077ce802e261655" providerId="LiveId" clId="{A96DCA15-5EF3-4C23-8F29-99A15ECB1945}" dt="2026-01-21T09:52:28.056" v="2" actId="47"/>
        <pc:sldMkLst>
          <pc:docMk/>
          <pc:sldMk cId="4006535097" sldId="257"/>
        </pc:sldMkLst>
      </pc:sldChg>
      <pc:sldChg chg="modSp new del mod">
        <pc:chgData name="Lods SOKOU" userId="6077ce802e261655" providerId="LiveId" clId="{A96DCA15-5EF3-4C23-8F29-99A15ECB1945}" dt="2026-01-21T10:04:48.855" v="50" actId="47"/>
        <pc:sldMkLst>
          <pc:docMk/>
          <pc:sldMk cId="2641644107" sldId="258"/>
        </pc:sldMkLst>
        <pc:spChg chg="mod">
          <ac:chgData name="Lods SOKOU" userId="6077ce802e261655" providerId="LiveId" clId="{A96DCA15-5EF3-4C23-8F29-99A15ECB1945}" dt="2026-01-21T09:57:16.583" v="47" actId="242"/>
          <ac:spMkLst>
            <pc:docMk/>
            <pc:sldMk cId="2641644107" sldId="258"/>
            <ac:spMk id="2" creationId="{A42470E8-3B44-C62B-8465-1A0B0D4A9A58}"/>
          </ac:spMkLst>
        </pc:spChg>
        <pc:spChg chg="mod">
          <ac:chgData name="Lods SOKOU" userId="6077ce802e261655" providerId="LiveId" clId="{A96DCA15-5EF3-4C23-8F29-99A15ECB1945}" dt="2026-01-21T09:57:03.462" v="45" actId="123"/>
          <ac:spMkLst>
            <pc:docMk/>
            <pc:sldMk cId="2641644107" sldId="258"/>
            <ac:spMk id="4" creationId="{D057BA56-7746-CEFA-4DB8-6A34BBACB80B}"/>
          </ac:spMkLst>
        </pc:spChg>
      </pc:sldChg>
      <pc:sldChg chg="new del">
        <pc:chgData name="Lods SOKOU" userId="6077ce802e261655" providerId="LiveId" clId="{A96DCA15-5EF3-4C23-8F29-99A15ECB1945}" dt="2026-01-21T09:52:28.538" v="3" actId="47"/>
        <pc:sldMkLst>
          <pc:docMk/>
          <pc:sldMk cId="3900249237" sldId="258"/>
        </pc:sldMkLst>
      </pc:sldChg>
      <pc:sldChg chg="addSp delSp modSp add mod ord modTransition modClrScheme chgLayout">
        <pc:chgData name="Lods SOKOU" userId="6077ce802e261655" providerId="LiveId" clId="{A96DCA15-5EF3-4C23-8F29-99A15ECB1945}" dt="2026-01-21T16:49:20.461" v="759" actId="33524"/>
        <pc:sldMkLst>
          <pc:docMk/>
          <pc:sldMk cId="51743605" sldId="259"/>
        </pc:sldMkLst>
        <pc:spChg chg="mod">
          <ac:chgData name="Lods SOKOU" userId="6077ce802e261655" providerId="LiveId" clId="{A96DCA15-5EF3-4C23-8F29-99A15ECB1945}" dt="2026-01-21T09:58:24.741" v="49" actId="48537"/>
          <ac:spMkLst>
            <pc:docMk/>
            <pc:sldMk cId="51743605" sldId="259"/>
            <ac:spMk id="2" creationId="{9FBA8429-4ADA-7391-9B74-45DA5CD3E5CA}"/>
          </ac:spMkLst>
        </pc:spChg>
        <pc:spChg chg="add del mod ord">
          <ac:chgData name="Lods SOKOU" userId="6077ce802e261655" providerId="LiveId" clId="{A96DCA15-5EF3-4C23-8F29-99A15ECB1945}" dt="2026-01-21T16:41:58.807" v="637" actId="478"/>
          <ac:spMkLst>
            <pc:docMk/>
            <pc:sldMk cId="51743605" sldId="259"/>
            <ac:spMk id="3" creationId="{D15D97EC-FE09-5959-B0DD-900B7544EB62}"/>
          </ac:spMkLst>
        </pc:spChg>
        <pc:spChg chg="mod">
          <ac:chgData name="Lods SOKOU" userId="6077ce802e261655" providerId="LiveId" clId="{A96DCA15-5EF3-4C23-8F29-99A15ECB1945}" dt="2026-01-21T16:49:20.461" v="759" actId="33524"/>
          <ac:spMkLst>
            <pc:docMk/>
            <pc:sldMk cId="51743605" sldId="259"/>
            <ac:spMk id="5" creationId="{0416794C-E5DA-4217-B531-BCB7EB86CE22}"/>
          </ac:spMkLst>
        </pc:spChg>
        <pc:spChg chg="add mod ord">
          <ac:chgData name="Lods SOKOU" userId="6077ce802e261655" providerId="LiveId" clId="{A96DCA15-5EF3-4C23-8F29-99A15ECB1945}" dt="2026-01-21T16:42:06.183" v="641"/>
          <ac:spMkLst>
            <pc:docMk/>
            <pc:sldMk cId="51743605" sldId="259"/>
            <ac:spMk id="6" creationId="{CCF01289-A9D7-234F-0E82-8C61401D6732}"/>
          </ac:spMkLst>
        </pc:spChg>
        <pc:spChg chg="add del mod">
          <ac:chgData name="Lods SOKOU" userId="6077ce802e261655" providerId="LiveId" clId="{A96DCA15-5EF3-4C23-8F29-99A15ECB1945}" dt="2026-01-21T16:44:39" v="700" actId="478"/>
          <ac:spMkLst>
            <pc:docMk/>
            <pc:sldMk cId="51743605" sldId="259"/>
            <ac:spMk id="8" creationId="{E66AB746-E9C0-D245-A0E5-6F6216EBE488}"/>
          </ac:spMkLst>
        </pc:spChg>
        <pc:spChg chg="add del mod">
          <ac:chgData name="Lods SOKOU" userId="6077ce802e261655" providerId="LiveId" clId="{A96DCA15-5EF3-4C23-8F29-99A15ECB1945}" dt="2026-01-21T16:45:26.026" v="704" actId="478"/>
          <ac:spMkLst>
            <pc:docMk/>
            <pc:sldMk cId="51743605" sldId="259"/>
            <ac:spMk id="10" creationId="{167C56FA-4B71-724C-2962-C412161A062D}"/>
          </ac:spMkLst>
        </pc:spChg>
        <pc:spChg chg="add del mod">
          <ac:chgData name="Lods SOKOU" userId="6077ce802e261655" providerId="LiveId" clId="{A96DCA15-5EF3-4C23-8F29-99A15ECB1945}" dt="2026-01-21T16:47:05.383" v="719" actId="478"/>
          <ac:spMkLst>
            <pc:docMk/>
            <pc:sldMk cId="51743605" sldId="259"/>
            <ac:spMk id="13" creationId="{C9FA9F86-D899-7D17-F4AF-DEEA7F120354}"/>
          </ac:spMkLst>
        </pc:spChg>
        <pc:picChg chg="add del mod ord">
          <ac:chgData name="Lods SOKOU" userId="6077ce802e261655" providerId="LiveId" clId="{A96DCA15-5EF3-4C23-8F29-99A15ECB1945}" dt="2026-01-21T16:45:20.960" v="703" actId="478"/>
          <ac:picMkLst>
            <pc:docMk/>
            <pc:sldMk cId="51743605" sldId="259"/>
            <ac:picMk id="4" creationId="{A6C7ABD6-362A-4A0A-A788-9D9E0C04BDF3}"/>
          </ac:picMkLst>
        </pc:picChg>
        <pc:picChg chg="add del mod">
          <ac:chgData name="Lods SOKOU" userId="6077ce802e261655" providerId="LiveId" clId="{A96DCA15-5EF3-4C23-8F29-99A15ECB1945}" dt="2026-01-21T16:47:02.157" v="718" actId="478"/>
          <ac:picMkLst>
            <pc:docMk/>
            <pc:sldMk cId="51743605" sldId="259"/>
            <ac:picMk id="11" creationId="{200A9FF4-E80D-E722-258D-B87991495648}"/>
          </ac:picMkLst>
        </pc:picChg>
        <pc:picChg chg="add mod">
          <ac:chgData name="Lods SOKOU" userId="6077ce802e261655" providerId="LiveId" clId="{A96DCA15-5EF3-4C23-8F29-99A15ECB1945}" dt="2026-01-21T16:48:53.655" v="758"/>
          <ac:picMkLst>
            <pc:docMk/>
            <pc:sldMk cId="51743605" sldId="259"/>
            <ac:picMk id="14" creationId="{50E5442B-96CE-2CEE-0641-EBCCD3C7088A}"/>
          </ac:picMkLst>
        </pc:picChg>
      </pc:sldChg>
      <pc:sldChg chg="modSp add mod ord modTransition modClrScheme chgLayout">
        <pc:chgData name="Lods SOKOU" userId="6077ce802e261655" providerId="LiveId" clId="{A96DCA15-5EF3-4C23-8F29-99A15ECB1945}" dt="2026-01-21T10:18:52.116" v="147"/>
        <pc:sldMkLst>
          <pc:docMk/>
          <pc:sldMk cId="4072082558" sldId="260"/>
        </pc:sldMkLst>
        <pc:spChg chg="mod">
          <ac:chgData name="Lods SOKOU" userId="6077ce802e261655" providerId="LiveId" clId="{A96DCA15-5EF3-4C23-8F29-99A15ECB1945}" dt="2026-01-21T10:13:19.966" v="139" actId="26606"/>
          <ac:spMkLst>
            <pc:docMk/>
            <pc:sldMk cId="4072082558" sldId="260"/>
            <ac:spMk id="2" creationId="{323C4664-95B8-3426-C707-EA7EB7486D1D}"/>
          </ac:spMkLst>
        </pc:spChg>
        <pc:spChg chg="mod ord">
          <ac:chgData name="Lods SOKOU" userId="6077ce802e261655" providerId="LiveId" clId="{A96DCA15-5EF3-4C23-8F29-99A15ECB1945}" dt="2026-01-21T10:13:19.966" v="139" actId="26606"/>
          <ac:spMkLst>
            <pc:docMk/>
            <pc:sldMk cId="4072082558" sldId="260"/>
            <ac:spMk id="5" creationId="{58C7C965-7CE9-4CD3-B3DC-7517F2A8B0C5}"/>
          </ac:spMkLst>
        </pc:spChg>
        <pc:picChg chg="mod ord">
          <ac:chgData name="Lods SOKOU" userId="6077ce802e261655" providerId="LiveId" clId="{A96DCA15-5EF3-4C23-8F29-99A15ECB1945}" dt="2026-01-21T10:13:19.966" v="139" actId="26606"/>
          <ac:picMkLst>
            <pc:docMk/>
            <pc:sldMk cId="4072082558" sldId="260"/>
            <ac:picMk id="4" creationId="{8A77A948-0F35-4307-98D6-0901FC1B3D00}"/>
          </ac:picMkLst>
        </pc:picChg>
      </pc:sldChg>
      <pc:sldChg chg="modSp add mod ord modTransition modClrScheme chgLayout">
        <pc:chgData name="Lods SOKOU" userId="6077ce802e261655" providerId="LiveId" clId="{A96DCA15-5EF3-4C23-8F29-99A15ECB1945}" dt="2026-01-21T10:18:52.116" v="147"/>
        <pc:sldMkLst>
          <pc:docMk/>
          <pc:sldMk cId="869686516" sldId="261"/>
        </pc:sldMkLst>
        <pc:spChg chg="mod">
          <ac:chgData name="Lods SOKOU" userId="6077ce802e261655" providerId="LiveId" clId="{A96DCA15-5EF3-4C23-8F29-99A15ECB1945}" dt="2026-01-21T10:15:50.328" v="141" actId="48537"/>
          <ac:spMkLst>
            <pc:docMk/>
            <pc:sldMk cId="869686516" sldId="261"/>
            <ac:spMk id="2" creationId="{AC176B81-CCFA-886A-B67C-1AE5226D11DF}"/>
          </ac:spMkLst>
        </pc:spChg>
        <pc:spChg chg="mod">
          <ac:chgData name="Lods SOKOU" userId="6077ce802e261655" providerId="LiveId" clId="{A96DCA15-5EF3-4C23-8F29-99A15ECB1945}" dt="2026-01-21T10:15:50.328" v="141" actId="48537"/>
          <ac:spMkLst>
            <pc:docMk/>
            <pc:sldMk cId="869686516" sldId="261"/>
            <ac:spMk id="5" creationId="{FBEB694C-74F4-43B9-BF8C-955824A77628}"/>
          </ac:spMkLst>
        </pc:spChg>
        <pc:picChg chg="mod ord">
          <ac:chgData name="Lods SOKOU" userId="6077ce802e261655" providerId="LiveId" clId="{A96DCA15-5EF3-4C23-8F29-99A15ECB1945}" dt="2026-01-21T10:15:50.328" v="141" actId="48537"/>
          <ac:picMkLst>
            <pc:docMk/>
            <pc:sldMk cId="869686516" sldId="261"/>
            <ac:picMk id="4" creationId="{796EA7B8-3DE3-43A4-9997-615B6909D2E4}"/>
          </ac:picMkLst>
        </pc:picChg>
      </pc:sldChg>
      <pc:sldChg chg="modSp add mod ord modTransition modClrScheme chgLayout">
        <pc:chgData name="Lods SOKOU" userId="6077ce802e261655" providerId="LiveId" clId="{A96DCA15-5EF3-4C23-8F29-99A15ECB1945}" dt="2026-01-21T10:18:52.116" v="147"/>
        <pc:sldMkLst>
          <pc:docMk/>
          <pc:sldMk cId="3630806016" sldId="262"/>
        </pc:sldMkLst>
        <pc:spChg chg="mod">
          <ac:chgData name="Lods SOKOU" userId="6077ce802e261655" providerId="LiveId" clId="{A96DCA15-5EF3-4C23-8F29-99A15ECB1945}" dt="2026-01-21T10:17:41.923" v="143" actId="48537"/>
          <ac:spMkLst>
            <pc:docMk/>
            <pc:sldMk cId="3630806016" sldId="262"/>
            <ac:spMk id="2" creationId="{234AE447-3ED3-A055-1C26-9CED1FB63984}"/>
          </ac:spMkLst>
        </pc:spChg>
        <pc:spChg chg="mod">
          <ac:chgData name="Lods SOKOU" userId="6077ce802e261655" providerId="LiveId" clId="{A96DCA15-5EF3-4C23-8F29-99A15ECB1945}" dt="2026-01-21T10:17:41.923" v="143" actId="48537"/>
          <ac:spMkLst>
            <pc:docMk/>
            <pc:sldMk cId="3630806016" sldId="262"/>
            <ac:spMk id="5" creationId="{F979CDF0-D4EA-4256-A344-F2EE012012DB}"/>
          </ac:spMkLst>
        </pc:spChg>
        <pc:picChg chg="mod ord">
          <ac:chgData name="Lods SOKOU" userId="6077ce802e261655" providerId="LiveId" clId="{A96DCA15-5EF3-4C23-8F29-99A15ECB1945}" dt="2026-01-21T10:17:41.923" v="143" actId="48537"/>
          <ac:picMkLst>
            <pc:docMk/>
            <pc:sldMk cId="3630806016" sldId="262"/>
            <ac:picMk id="4" creationId="{80DF829F-F2CA-4F38-8892-1660ECCD55FB}"/>
          </ac:picMkLst>
        </pc:picChg>
      </pc:sldChg>
      <pc:sldChg chg="addSp delSp modSp new mod modClrScheme chgLayout">
        <pc:chgData name="Lods SOKOU" userId="6077ce802e261655" providerId="LiveId" clId="{A96DCA15-5EF3-4C23-8F29-99A15ECB1945}" dt="2026-01-21T16:41:37.046" v="632" actId="12100"/>
        <pc:sldMkLst>
          <pc:docMk/>
          <pc:sldMk cId="907569367" sldId="263"/>
        </pc:sldMkLst>
        <pc:spChg chg="mod">
          <ac:chgData name="Lods SOKOU" userId="6077ce802e261655" providerId="LiveId" clId="{A96DCA15-5EF3-4C23-8F29-99A15ECB1945}" dt="2026-01-21T10:24:50.246" v="244" actId="26606"/>
          <ac:spMkLst>
            <pc:docMk/>
            <pc:sldMk cId="907569367" sldId="263"/>
            <ac:spMk id="2" creationId="{FB8C162F-0C8C-8A78-0683-3292A3715597}"/>
          </ac:spMkLst>
        </pc:spChg>
        <pc:spChg chg="del mod">
          <ac:chgData name="Lods SOKOU" userId="6077ce802e261655" providerId="LiveId" clId="{A96DCA15-5EF3-4C23-8F29-99A15ECB1945}" dt="2026-01-21T10:24:50.246" v="244" actId="26606"/>
          <ac:spMkLst>
            <pc:docMk/>
            <pc:sldMk cId="907569367" sldId="263"/>
            <ac:spMk id="3" creationId="{58B20351-EAC9-7E10-9E1E-4BDFC0E0855E}"/>
          </ac:spMkLst>
        </pc:spChg>
        <pc:spChg chg="add mod ord">
          <ac:chgData name="Lods SOKOU" userId="6077ce802e261655" providerId="LiveId" clId="{A96DCA15-5EF3-4C23-8F29-99A15ECB1945}" dt="2026-01-21T16:41:11.939" v="631"/>
          <ac:spMkLst>
            <pc:docMk/>
            <pc:sldMk cId="907569367" sldId="263"/>
            <ac:spMk id="4" creationId="{B897A795-322F-A012-AA33-142132626F39}"/>
          </ac:spMkLst>
        </pc:spChg>
        <pc:graphicFrameChg chg="add mod">
          <ac:chgData name="Lods SOKOU" userId="6077ce802e261655" providerId="LiveId" clId="{A96DCA15-5EF3-4C23-8F29-99A15ECB1945}" dt="2026-01-21T16:41:37.046" v="632" actId="12100"/>
          <ac:graphicFrameMkLst>
            <pc:docMk/>
            <pc:sldMk cId="907569367" sldId="263"/>
            <ac:graphicFrameMk id="5" creationId="{F40D4948-E2B8-D3DD-1785-0909BE372C0E}"/>
          </ac:graphicFrameMkLst>
        </pc:graphicFrameChg>
      </pc:sldChg>
      <pc:sldChg chg="modSp new del mod">
        <pc:chgData name="Lods SOKOU" userId="6077ce802e261655" providerId="LiveId" clId="{A96DCA15-5EF3-4C23-8F29-99A15ECB1945}" dt="2026-01-21T10:23:02.676" v="210" actId="680"/>
        <pc:sldMkLst>
          <pc:docMk/>
          <pc:sldMk cId="2804524941" sldId="263"/>
        </pc:sldMkLst>
        <pc:spChg chg="mod">
          <ac:chgData name="Lods SOKOU" userId="6077ce802e261655" providerId="LiveId" clId="{A96DCA15-5EF3-4C23-8F29-99A15ECB1945}" dt="2026-01-21T10:23:00.762" v="209"/>
          <ac:spMkLst>
            <pc:docMk/>
            <pc:sldMk cId="2804524941" sldId="263"/>
            <ac:spMk id="2" creationId="{5D5BBD2C-E908-6A63-0B33-2355F7506835}"/>
          </ac:spMkLst>
        </pc:spChg>
        <pc:spChg chg="mod">
          <ac:chgData name="Lods SOKOU" userId="6077ce802e261655" providerId="LiveId" clId="{A96DCA15-5EF3-4C23-8F29-99A15ECB1945}" dt="2026-01-21T10:22:59.110" v="205" actId="20577"/>
          <ac:spMkLst>
            <pc:docMk/>
            <pc:sldMk cId="2804524941" sldId="263"/>
            <ac:spMk id="3" creationId="{7C5332AD-E767-77FB-FB51-6B25422FEDBC}"/>
          </ac:spMkLst>
        </pc:spChg>
      </pc:sldChg>
      <pc:sldChg chg="modSp add del mod modTransition modClrScheme chgLayout">
        <pc:chgData name="Lods SOKOU" userId="6077ce802e261655" providerId="LiveId" clId="{A96DCA15-5EF3-4C23-8F29-99A15ECB1945}" dt="2026-01-21T10:20:49.275" v="156" actId="47"/>
        <pc:sldMkLst>
          <pc:docMk/>
          <pc:sldMk cId="3634186843" sldId="263"/>
        </pc:sldMkLst>
        <pc:spChg chg="mod">
          <ac:chgData name="Lods SOKOU" userId="6077ce802e261655" providerId="LiveId" clId="{A96DCA15-5EF3-4C23-8F29-99A15ECB1945}" dt="2026-01-21T10:19:55.292" v="151" actId="48537"/>
          <ac:spMkLst>
            <pc:docMk/>
            <pc:sldMk cId="3634186843" sldId="263"/>
            <ac:spMk id="2" creationId="{FF21D7AB-D5C1-9C00-1001-92E44858E8ED}"/>
          </ac:spMkLst>
        </pc:spChg>
        <pc:spChg chg="mod">
          <ac:chgData name="Lods SOKOU" userId="6077ce802e261655" providerId="LiveId" clId="{A96DCA15-5EF3-4C23-8F29-99A15ECB1945}" dt="2026-01-21T10:19:55.292" v="151" actId="48537"/>
          <ac:spMkLst>
            <pc:docMk/>
            <pc:sldMk cId="3634186843" sldId="263"/>
            <ac:spMk id="5" creationId="{5815B775-30CA-4B00-AA14-EB1F3A684E89}"/>
          </ac:spMkLst>
        </pc:spChg>
        <pc:picChg chg="mod ord">
          <ac:chgData name="Lods SOKOU" userId="6077ce802e261655" providerId="LiveId" clId="{A96DCA15-5EF3-4C23-8F29-99A15ECB1945}" dt="2026-01-21T10:20:06.792" v="153" actId="1076"/>
          <ac:picMkLst>
            <pc:docMk/>
            <pc:sldMk cId="3634186843" sldId="263"/>
            <ac:picMk id="4" creationId="{E358BAC5-4995-4EA7-82F5-7CA00B58D156}"/>
          </ac:picMkLst>
        </pc:picChg>
      </pc:sldChg>
      <pc:sldChg chg="addSp delSp modSp new mod modClrScheme chgLayout">
        <pc:chgData name="Lods SOKOU" userId="6077ce802e261655" providerId="LiveId" clId="{A96DCA15-5EF3-4C23-8F29-99A15ECB1945}" dt="2026-01-21T16:41:05.048" v="628"/>
        <pc:sldMkLst>
          <pc:docMk/>
          <pc:sldMk cId="1057070622" sldId="264"/>
        </pc:sldMkLst>
        <pc:spChg chg="mod">
          <ac:chgData name="Lods SOKOU" userId="6077ce802e261655" providerId="LiveId" clId="{A96DCA15-5EF3-4C23-8F29-99A15ECB1945}" dt="2026-01-21T15:20:27.508" v="305" actId="14100"/>
          <ac:spMkLst>
            <pc:docMk/>
            <pc:sldMk cId="1057070622" sldId="264"/>
            <ac:spMk id="2" creationId="{782EDAAC-59B0-AC2B-65B2-561BD2E989F8}"/>
          </ac:spMkLst>
        </pc:spChg>
        <pc:spChg chg="del mod">
          <ac:chgData name="Lods SOKOU" userId="6077ce802e261655" providerId="LiveId" clId="{A96DCA15-5EF3-4C23-8F29-99A15ECB1945}" dt="2026-01-21T15:11:30.099" v="266" actId="26606"/>
          <ac:spMkLst>
            <pc:docMk/>
            <pc:sldMk cId="1057070622" sldId="264"/>
            <ac:spMk id="3" creationId="{4A1088E4-FF23-8D47-6923-2319E1AB937C}"/>
          </ac:spMkLst>
        </pc:spChg>
        <pc:spChg chg="add mod ord">
          <ac:chgData name="Lods SOKOU" userId="6077ce802e261655" providerId="LiveId" clId="{A96DCA15-5EF3-4C23-8F29-99A15ECB1945}" dt="2026-01-21T16:41:05.048" v="628"/>
          <ac:spMkLst>
            <pc:docMk/>
            <pc:sldMk cId="1057070622" sldId="264"/>
            <ac:spMk id="4" creationId="{010883AD-D624-28F3-192A-4D4DA1C9E6FD}"/>
          </ac:spMkLst>
        </pc:spChg>
        <pc:graphicFrameChg chg="add mod modGraphic">
          <ac:chgData name="Lods SOKOU" userId="6077ce802e261655" providerId="LiveId" clId="{A96DCA15-5EF3-4C23-8F29-99A15ECB1945}" dt="2026-01-21T15:20:49.893" v="308"/>
          <ac:graphicFrameMkLst>
            <pc:docMk/>
            <pc:sldMk cId="1057070622" sldId="264"/>
            <ac:graphicFrameMk id="5" creationId="{EF3664DC-230B-EA7F-CA54-0F994093975B}"/>
          </ac:graphicFrameMkLst>
        </pc:graphicFrameChg>
      </pc:sldChg>
      <pc:sldChg chg="addSp delSp modSp new mod modClrScheme chgLayout">
        <pc:chgData name="Lods SOKOU" userId="6077ce802e261655" providerId="LiveId" clId="{A96DCA15-5EF3-4C23-8F29-99A15ECB1945}" dt="2026-01-22T22:53:20.460" v="1058" actId="113"/>
        <pc:sldMkLst>
          <pc:docMk/>
          <pc:sldMk cId="1231363191" sldId="265"/>
        </pc:sldMkLst>
        <pc:spChg chg="mod">
          <ac:chgData name="Lods SOKOU" userId="6077ce802e261655" providerId="LiveId" clId="{A96DCA15-5EF3-4C23-8F29-99A15ECB1945}" dt="2026-01-22T22:17:39.908" v="903" actId="1076"/>
          <ac:spMkLst>
            <pc:docMk/>
            <pc:sldMk cId="1231363191" sldId="265"/>
            <ac:spMk id="2" creationId="{33AB7F1C-E2D2-9382-967E-AA0197894377}"/>
          </ac:spMkLst>
        </pc:spChg>
        <pc:spChg chg="del mod">
          <ac:chgData name="Lods SOKOU" userId="6077ce802e261655" providerId="LiveId" clId="{A96DCA15-5EF3-4C23-8F29-99A15ECB1945}" dt="2026-01-21T15:34:19.152" v="337" actId="26606"/>
          <ac:spMkLst>
            <pc:docMk/>
            <pc:sldMk cId="1231363191" sldId="265"/>
            <ac:spMk id="3" creationId="{BA90EB51-E4CC-2129-B747-6B6515260C32}"/>
          </ac:spMkLst>
        </pc:spChg>
        <pc:spChg chg="add mod">
          <ac:chgData name="Lods SOKOU" userId="6077ce802e261655" providerId="LiveId" clId="{A96DCA15-5EF3-4C23-8F29-99A15ECB1945}" dt="2026-01-22T22:17:52.105" v="904" actId="1076"/>
          <ac:spMkLst>
            <pc:docMk/>
            <pc:sldMk cId="1231363191" sldId="265"/>
            <ac:spMk id="3" creationId="{E4B4EBF0-BFC9-99F5-FD08-482ED2ADC1CF}"/>
          </ac:spMkLst>
        </pc:spChg>
        <pc:spChg chg="add del mod">
          <ac:chgData name="Lods SOKOU" userId="6077ce802e261655" providerId="LiveId" clId="{A96DCA15-5EF3-4C23-8F29-99A15ECB1945}" dt="2026-01-21T15:41:02.978" v="363" actId="478"/>
          <ac:spMkLst>
            <pc:docMk/>
            <pc:sldMk cId="1231363191" sldId="265"/>
            <ac:spMk id="4" creationId="{008BBA1B-9398-5940-4B6E-460AF9BC4FC8}"/>
          </ac:spMkLst>
        </pc:spChg>
        <pc:spChg chg="add mod ord">
          <ac:chgData name="Lods SOKOU" userId="6077ce802e261655" providerId="LiveId" clId="{A96DCA15-5EF3-4C23-8F29-99A15ECB1945}" dt="2026-01-21T16:40:58.972" v="625"/>
          <ac:spMkLst>
            <pc:docMk/>
            <pc:sldMk cId="1231363191" sldId="265"/>
            <ac:spMk id="5" creationId="{1874A079-13BB-6888-56A4-A76BC056FE69}"/>
          </ac:spMkLst>
        </pc:spChg>
        <pc:spChg chg="add mod">
          <ac:chgData name="Lods SOKOU" userId="6077ce802e261655" providerId="LiveId" clId="{A96DCA15-5EF3-4C23-8F29-99A15ECB1945}" dt="2026-01-22T22:18:06.620" v="905" actId="1076"/>
          <ac:spMkLst>
            <pc:docMk/>
            <pc:sldMk cId="1231363191" sldId="265"/>
            <ac:spMk id="7" creationId="{D5935DEF-74EE-AAED-A6FF-D9A646D05AA1}"/>
          </ac:spMkLst>
        </pc:spChg>
        <pc:spChg chg="add mod">
          <ac:chgData name="Lods SOKOU" userId="6077ce802e261655" providerId="LiveId" clId="{A96DCA15-5EF3-4C23-8F29-99A15ECB1945}" dt="2026-01-22T22:18:13.431" v="906" actId="1076"/>
          <ac:spMkLst>
            <pc:docMk/>
            <pc:sldMk cId="1231363191" sldId="265"/>
            <ac:spMk id="9" creationId="{8CF698DA-05BB-B640-3A53-AAC5869AAB04}"/>
          </ac:spMkLst>
        </pc:spChg>
        <pc:spChg chg="add mod">
          <ac:chgData name="Lods SOKOU" userId="6077ce802e261655" providerId="LiveId" clId="{A96DCA15-5EF3-4C23-8F29-99A15ECB1945}" dt="2026-01-22T22:19:13.912" v="918" actId="20577"/>
          <ac:spMkLst>
            <pc:docMk/>
            <pc:sldMk cId="1231363191" sldId="265"/>
            <ac:spMk id="11" creationId="{787DFA80-BEE1-CB47-E7A6-F4093AE8C3E0}"/>
          </ac:spMkLst>
        </pc:spChg>
        <pc:spChg chg="add mod">
          <ac:chgData name="Lods SOKOU" userId="6077ce802e261655" providerId="LiveId" clId="{A96DCA15-5EF3-4C23-8F29-99A15ECB1945}" dt="2026-01-22T22:50:41.731" v="1021" actId="1076"/>
          <ac:spMkLst>
            <pc:docMk/>
            <pc:sldMk cId="1231363191" sldId="265"/>
            <ac:spMk id="13" creationId="{2137BEE3-36AC-A3D4-BF86-B2BEAFA7D00D}"/>
          </ac:spMkLst>
        </pc:spChg>
        <pc:spChg chg="add mod">
          <ac:chgData name="Lods SOKOU" userId="6077ce802e261655" providerId="LiveId" clId="{A96DCA15-5EF3-4C23-8F29-99A15ECB1945}" dt="2026-01-22T22:50:51.582" v="1032" actId="20577"/>
          <ac:spMkLst>
            <pc:docMk/>
            <pc:sldMk cId="1231363191" sldId="265"/>
            <ac:spMk id="15" creationId="{84CC2607-D962-EF99-B56D-7C75F0F772EE}"/>
          </ac:spMkLst>
        </pc:spChg>
        <pc:graphicFrameChg chg="add mod">
          <ac:chgData name="Lods SOKOU" userId="6077ce802e261655" providerId="LiveId" clId="{A96DCA15-5EF3-4C23-8F29-99A15ECB1945}" dt="2026-01-22T22:20:41.086" v="928" actId="113"/>
          <ac:graphicFrameMkLst>
            <pc:docMk/>
            <pc:sldMk cId="1231363191" sldId="265"/>
            <ac:graphicFrameMk id="4" creationId="{BFD1C7CB-060A-CF82-9AA9-6597207DA8FE}"/>
          </ac:graphicFrameMkLst>
        </pc:graphicFrameChg>
        <pc:graphicFrameChg chg="add mod modGraphic">
          <ac:chgData name="Lods SOKOU" userId="6077ce802e261655" providerId="LiveId" clId="{A96DCA15-5EF3-4C23-8F29-99A15ECB1945}" dt="2026-01-22T22:18:22.326" v="907" actId="1076"/>
          <ac:graphicFrameMkLst>
            <pc:docMk/>
            <pc:sldMk cId="1231363191" sldId="265"/>
            <ac:graphicFrameMk id="6" creationId="{17A71616-659F-2458-3112-519EFBEC8854}"/>
          </ac:graphicFrameMkLst>
        </pc:graphicFrameChg>
        <pc:graphicFrameChg chg="add mod">
          <ac:chgData name="Lods SOKOU" userId="6077ce802e261655" providerId="LiveId" clId="{A96DCA15-5EF3-4C23-8F29-99A15ECB1945}" dt="2026-01-22T22:18:35.468" v="909" actId="1076"/>
          <ac:graphicFrameMkLst>
            <pc:docMk/>
            <pc:sldMk cId="1231363191" sldId="265"/>
            <ac:graphicFrameMk id="8" creationId="{0C27D8EC-3D12-3F9A-6583-2C39C936EE9A}"/>
          </ac:graphicFrameMkLst>
        </pc:graphicFrameChg>
        <pc:graphicFrameChg chg="add mod modGraphic">
          <ac:chgData name="Lods SOKOU" userId="6077ce802e261655" providerId="LiveId" clId="{A96DCA15-5EF3-4C23-8F29-99A15ECB1945}" dt="2026-01-22T22:45:38.708" v="941" actId="1076"/>
          <ac:graphicFrameMkLst>
            <pc:docMk/>
            <pc:sldMk cId="1231363191" sldId="265"/>
            <ac:graphicFrameMk id="10" creationId="{61CBF45A-AFF2-FC4B-425B-39A81A5B20CB}"/>
          </ac:graphicFrameMkLst>
        </pc:graphicFrameChg>
        <pc:graphicFrameChg chg="add mod modGraphic">
          <ac:chgData name="Lods SOKOU" userId="6077ce802e261655" providerId="LiveId" clId="{A96DCA15-5EF3-4C23-8F29-99A15ECB1945}" dt="2026-01-22T22:53:20.460" v="1058" actId="113"/>
          <ac:graphicFrameMkLst>
            <pc:docMk/>
            <pc:sldMk cId="1231363191" sldId="265"/>
            <ac:graphicFrameMk id="12" creationId="{B464BF98-7A6C-B743-7E31-F2774D8BE936}"/>
          </ac:graphicFrameMkLst>
        </pc:graphicFrameChg>
        <pc:graphicFrameChg chg="add mod modGraphic">
          <ac:chgData name="Lods SOKOU" userId="6077ce802e261655" providerId="LiveId" clId="{A96DCA15-5EF3-4C23-8F29-99A15ECB1945}" dt="2026-01-22T22:52:53.757" v="1054" actId="113"/>
          <ac:graphicFrameMkLst>
            <pc:docMk/>
            <pc:sldMk cId="1231363191" sldId="265"/>
            <ac:graphicFrameMk id="14" creationId="{9F282BAE-1EA6-6957-B51B-4DD44AA92DB4}"/>
          </ac:graphicFrameMkLst>
        </pc:graphicFrameChg>
      </pc:sldChg>
      <pc:sldChg chg="addSp delSp modSp new del mod modClrScheme chgLayout">
        <pc:chgData name="Lods SOKOU" userId="6077ce802e261655" providerId="LiveId" clId="{A96DCA15-5EF3-4C23-8F29-99A15ECB1945}" dt="2026-01-22T22:19:23.648" v="919" actId="47"/>
        <pc:sldMkLst>
          <pc:docMk/>
          <pc:sldMk cId="1351766364" sldId="266"/>
        </pc:sldMkLst>
        <pc:spChg chg="mod">
          <ac:chgData name="Lods SOKOU" userId="6077ce802e261655" providerId="LiveId" clId="{A96DCA15-5EF3-4C23-8F29-99A15ECB1945}" dt="2026-01-21T15:53:03.329" v="484" actId="14100"/>
          <ac:spMkLst>
            <pc:docMk/>
            <pc:sldMk cId="1351766364" sldId="266"/>
            <ac:spMk id="2" creationId="{BB18530F-845E-4889-6A28-CE1C4F5E5DF7}"/>
          </ac:spMkLst>
        </pc:spChg>
        <pc:spChg chg="del">
          <ac:chgData name="Lods SOKOU" userId="6077ce802e261655" providerId="LiveId" clId="{A96DCA15-5EF3-4C23-8F29-99A15ECB1945}" dt="2026-01-21T15:41:50.811" v="374" actId="478"/>
          <ac:spMkLst>
            <pc:docMk/>
            <pc:sldMk cId="1351766364" sldId="266"/>
            <ac:spMk id="3" creationId="{2120D9C0-8756-224E-0E22-B47D843CCF09}"/>
          </ac:spMkLst>
        </pc:spChg>
        <pc:spChg chg="add del mod">
          <ac:chgData name="Lods SOKOU" userId="6077ce802e261655" providerId="LiveId" clId="{A96DCA15-5EF3-4C23-8F29-99A15ECB1945}" dt="2026-01-21T15:43:37.880" v="395" actId="26606"/>
          <ac:spMkLst>
            <pc:docMk/>
            <pc:sldMk cId="1351766364" sldId="266"/>
            <ac:spMk id="4" creationId="{2A392454-8E44-B788-4E9E-566DFC1B2A93}"/>
          </ac:spMkLst>
        </pc:spChg>
        <pc:spChg chg="add mod">
          <ac:chgData name="Lods SOKOU" userId="6077ce802e261655" providerId="LiveId" clId="{A96DCA15-5EF3-4C23-8F29-99A15ECB1945}" dt="2026-01-21T15:42:22.884" v="378"/>
          <ac:spMkLst>
            <pc:docMk/>
            <pc:sldMk cId="1351766364" sldId="266"/>
            <ac:spMk id="5" creationId="{7A7AC84E-75EB-42A1-378A-77D101709632}"/>
          </ac:spMkLst>
        </pc:spChg>
        <pc:spChg chg="add del mod">
          <ac:chgData name="Lods SOKOU" userId="6077ce802e261655" providerId="LiveId" clId="{A96DCA15-5EF3-4C23-8F29-99A15ECB1945}" dt="2026-01-21T15:49:50.580" v="467" actId="1032"/>
          <ac:spMkLst>
            <pc:docMk/>
            <pc:sldMk cId="1351766364" sldId="266"/>
            <ac:spMk id="8" creationId="{FB930E9D-0123-184F-2482-C20804F86606}"/>
          </ac:spMkLst>
        </pc:spChg>
        <pc:spChg chg="add del mod">
          <ac:chgData name="Lods SOKOU" userId="6077ce802e261655" providerId="LiveId" clId="{A96DCA15-5EF3-4C23-8F29-99A15ECB1945}" dt="2026-01-21T15:52:50.485" v="480" actId="478"/>
          <ac:spMkLst>
            <pc:docMk/>
            <pc:sldMk cId="1351766364" sldId="266"/>
            <ac:spMk id="12" creationId="{B409FF6E-7D8C-A71C-F328-16824CCBE980}"/>
          </ac:spMkLst>
        </pc:spChg>
        <pc:spChg chg="add mod ord">
          <ac:chgData name="Lods SOKOU" userId="6077ce802e261655" providerId="LiveId" clId="{A96DCA15-5EF3-4C23-8F29-99A15ECB1945}" dt="2026-01-21T16:40:47.867" v="621"/>
          <ac:spMkLst>
            <pc:docMk/>
            <pc:sldMk cId="1351766364" sldId="266"/>
            <ac:spMk id="15" creationId="{47EF680E-EEE9-E423-9277-22A73B7B0268}"/>
          </ac:spMkLst>
        </pc:spChg>
        <pc:graphicFrameChg chg="add del mod modGraphic">
          <ac:chgData name="Lods SOKOU" userId="6077ce802e261655" providerId="LiveId" clId="{A96DCA15-5EF3-4C23-8F29-99A15ECB1945}" dt="2026-01-21T15:49:38.765" v="466" actId="478"/>
          <ac:graphicFrameMkLst>
            <pc:docMk/>
            <pc:sldMk cId="1351766364" sldId="266"/>
            <ac:graphicFrameMk id="6" creationId="{76B04575-7B92-5FE4-8C26-81F767E4FD4E}"/>
          </ac:graphicFrameMkLst>
        </pc:graphicFrameChg>
        <pc:graphicFrameChg chg="add del mod modGraphic">
          <ac:chgData name="Lods SOKOU" userId="6077ce802e261655" providerId="LiveId" clId="{A96DCA15-5EF3-4C23-8F29-99A15ECB1945}" dt="2026-01-21T15:52:44.620" v="479" actId="478"/>
          <ac:graphicFrameMkLst>
            <pc:docMk/>
            <pc:sldMk cId="1351766364" sldId="266"/>
            <ac:graphicFrameMk id="9" creationId="{8A4600CA-D346-EFC0-21C0-B52B198F1FB8}"/>
          </ac:graphicFrameMkLst>
        </pc:graphicFrameChg>
        <pc:graphicFrameChg chg="add mod">
          <ac:chgData name="Lods SOKOU" userId="6077ce802e261655" providerId="LiveId" clId="{A96DCA15-5EF3-4C23-8F29-99A15ECB1945}" dt="2026-01-21T16:15:48.385" v="533" actId="2085"/>
          <ac:graphicFrameMkLst>
            <pc:docMk/>
            <pc:sldMk cId="1351766364" sldId="266"/>
            <ac:graphicFrameMk id="10" creationId="{A9312A4C-0602-1F9A-FE2F-FE7B236161EE}"/>
          </ac:graphicFrameMkLst>
        </pc:graphicFrameChg>
        <pc:picChg chg="add del mod">
          <ac:chgData name="Lods SOKOU" userId="6077ce802e261655" providerId="LiveId" clId="{A96DCA15-5EF3-4C23-8F29-99A15ECB1945}" dt="2026-01-21T16:04:15.412" v="499" actId="478"/>
          <ac:picMkLst>
            <pc:docMk/>
            <pc:sldMk cId="1351766364" sldId="266"/>
            <ac:picMk id="14" creationId="{6B13BF90-93B1-1B06-D91D-C57F2DB1153E}"/>
          </ac:picMkLst>
        </pc:picChg>
      </pc:sldChg>
      <pc:sldChg chg="addSp delSp modSp new del mod modClrScheme chgLayout">
        <pc:chgData name="Lods SOKOU" userId="6077ce802e261655" providerId="LiveId" clId="{A96DCA15-5EF3-4C23-8F29-99A15ECB1945}" dt="2026-01-22T22:19:25.623" v="920" actId="47"/>
        <pc:sldMkLst>
          <pc:docMk/>
          <pc:sldMk cId="3774313751" sldId="267"/>
        </pc:sldMkLst>
        <pc:spChg chg="del">
          <ac:chgData name="Lods SOKOU" userId="6077ce802e261655" providerId="LiveId" clId="{A96DCA15-5EF3-4C23-8F29-99A15ECB1945}" dt="2026-01-21T16:19:45.674" v="543" actId="26606"/>
          <ac:spMkLst>
            <pc:docMk/>
            <pc:sldMk cId="3774313751" sldId="267"/>
            <ac:spMk id="2" creationId="{2B5DDCCF-DF3B-6B9A-8659-D1650B9162F5}"/>
          </ac:spMkLst>
        </pc:spChg>
        <pc:spChg chg="del">
          <ac:chgData name="Lods SOKOU" userId="6077ce802e261655" providerId="LiveId" clId="{A96DCA15-5EF3-4C23-8F29-99A15ECB1945}" dt="2026-01-21T16:19:39.306" v="542"/>
          <ac:spMkLst>
            <pc:docMk/>
            <pc:sldMk cId="3774313751" sldId="267"/>
            <ac:spMk id="3" creationId="{DE3949BC-B7F8-8569-8651-B533F109F3E7}"/>
          </ac:spMkLst>
        </pc:spChg>
        <pc:spChg chg="add del mod">
          <ac:chgData name="Lods SOKOU" userId="6077ce802e261655" providerId="LiveId" clId="{A96DCA15-5EF3-4C23-8F29-99A15ECB1945}" dt="2026-01-21T16:19:45.674" v="543" actId="26606"/>
          <ac:spMkLst>
            <pc:docMk/>
            <pc:sldMk cId="3774313751" sldId="267"/>
            <ac:spMk id="4" creationId="{965ABBB5-AE89-3F49-3D98-2D9DB76B9743}"/>
          </ac:spMkLst>
        </pc:spChg>
        <pc:spChg chg="add mod ord">
          <ac:chgData name="Lods SOKOU" userId="6077ce802e261655" providerId="LiveId" clId="{A96DCA15-5EF3-4C23-8F29-99A15ECB1945}" dt="2026-01-21T16:40:38.022" v="618" actId="13244"/>
          <ac:spMkLst>
            <pc:docMk/>
            <pc:sldMk cId="3774313751" sldId="267"/>
            <ac:spMk id="5" creationId="{8AE5B2A4-4306-7C84-3C6F-1AAF4E7416FF}"/>
          </ac:spMkLst>
        </pc:spChg>
        <pc:spChg chg="add mod">
          <ac:chgData name="Lods SOKOU" userId="6077ce802e261655" providerId="LiveId" clId="{A96DCA15-5EF3-4C23-8F29-99A15ECB1945}" dt="2026-01-21T16:20:23.094" v="561" actId="6549"/>
          <ac:spMkLst>
            <pc:docMk/>
            <pc:sldMk cId="3774313751" sldId="267"/>
            <ac:spMk id="10" creationId="{01E45FDB-808F-BB63-A4D3-68B5BEE9C7A2}"/>
          </ac:spMkLst>
        </pc:spChg>
        <pc:graphicFrameChg chg="add mod">
          <ac:chgData name="Lods SOKOU" userId="6077ce802e261655" providerId="LiveId" clId="{A96DCA15-5EF3-4C23-8F29-99A15ECB1945}" dt="2026-01-21T16:27:50.470" v="590" actId="113"/>
          <ac:graphicFrameMkLst>
            <pc:docMk/>
            <pc:sldMk cId="3774313751" sldId="267"/>
            <ac:graphicFrameMk id="6" creationId="{A1EC782E-AAC2-F1AC-A6F3-D6C917A1D3B7}"/>
          </ac:graphicFrameMkLst>
        </pc:graphicFrameChg>
      </pc:sldChg>
      <pc:sldChg chg="addSp delSp modSp new del mod setBg modClrScheme chgLayout">
        <pc:chgData name="Lods SOKOU" userId="6077ce802e261655" providerId="LiveId" clId="{A96DCA15-5EF3-4C23-8F29-99A15ECB1945}" dt="2026-01-22T22:19:27.733" v="921" actId="47"/>
        <pc:sldMkLst>
          <pc:docMk/>
          <pc:sldMk cId="3464114478" sldId="268"/>
        </pc:sldMkLst>
        <pc:spChg chg="mod modVis">
          <ac:chgData name="Lods SOKOU" userId="6077ce802e261655" providerId="LiveId" clId="{A96DCA15-5EF3-4C23-8F29-99A15ECB1945}" dt="2026-01-21T16:40:11.855" v="613" actId="14429"/>
          <ac:spMkLst>
            <pc:docMk/>
            <pc:sldMk cId="3464114478" sldId="268"/>
            <ac:spMk id="2" creationId="{0D440BAB-9810-9F4E-A727-D85C7404EC1B}"/>
          </ac:spMkLst>
        </pc:spChg>
        <pc:spChg chg="del mod">
          <ac:chgData name="Lods SOKOU" userId="6077ce802e261655" providerId="LiveId" clId="{A96DCA15-5EF3-4C23-8F29-99A15ECB1945}" dt="2026-01-21T16:36:15.107" v="607" actId="26606"/>
          <ac:spMkLst>
            <pc:docMk/>
            <pc:sldMk cId="3464114478" sldId="268"/>
            <ac:spMk id="3" creationId="{4CC60919-FA57-CF3C-2D27-5B2EF8AE9FD1}"/>
          </ac:spMkLst>
        </pc:spChg>
        <pc:spChg chg="add del mod">
          <ac:chgData name="Lods SOKOU" userId="6077ce802e261655" providerId="LiveId" clId="{A96DCA15-5EF3-4C23-8F29-99A15ECB1945}" dt="2026-01-21T16:36:18.173" v="608" actId="478"/>
          <ac:spMkLst>
            <pc:docMk/>
            <pc:sldMk cId="3464114478" sldId="268"/>
            <ac:spMk id="9" creationId="{1FD46DB2-7C27-62A4-5987-704236938CD9}"/>
          </ac:spMkLst>
        </pc:spChg>
        <pc:spChg chg="add mod modVis">
          <ac:chgData name="Lods SOKOU" userId="6077ce802e261655" providerId="LiveId" clId="{A96DCA15-5EF3-4C23-8F29-99A15ECB1945}" dt="2026-01-21T16:40:17.491" v="616"/>
          <ac:spMkLst>
            <pc:docMk/>
            <pc:sldMk cId="3464114478" sldId="268"/>
            <ac:spMk id="10" creationId="{257363FD-7E77-4145-9483-331A807ADF0E}"/>
          </ac:spMkLst>
        </pc:spChg>
        <pc:graphicFrameChg chg="add mod modVis modGraphic">
          <ac:chgData name="Lods SOKOU" userId="6077ce802e261655" providerId="LiveId" clId="{A96DCA15-5EF3-4C23-8F29-99A15ECB1945}" dt="2026-01-21T16:40:08.069" v="611" actId="14429"/>
          <ac:graphicFrameMkLst>
            <pc:docMk/>
            <pc:sldMk cId="3464114478" sldId="268"/>
            <ac:graphicFrameMk id="5" creationId="{15AA93B5-AD2D-4CB1-007A-0A8B529DAFD6}"/>
          </ac:graphicFrameMkLst>
        </pc:graphicFrameChg>
      </pc:sldChg>
    </pc:docChg>
  </pc:docChgLst>
</pc:chgInfo>
</file>

<file path=ppt/diagrams/_rels/data3.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s>
</file>

<file path=ppt/diagrams/_rels/data4.xml.rels><?xml version="1.0" encoding="UTF-8" standalone="yes"?>
<Relationships xmlns="http://schemas.openxmlformats.org/package/2006/relationships"><Relationship Id="rId3" Type="http://schemas.openxmlformats.org/officeDocument/2006/relationships/image" Target="../media/image26.png"/><Relationship Id="rId7" Type="http://schemas.microsoft.com/office/2007/relationships/hdphoto" Target="../media/hdphoto2.wdp"/><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diagrams/_rels/data5.xml.rels><?xml version="1.0" encoding="UTF-8" standalone="yes"?>
<Relationships xmlns="http://schemas.openxmlformats.org/package/2006/relationships"><Relationship Id="rId3" Type="http://schemas.openxmlformats.org/officeDocument/2006/relationships/image" Target="../media/image31.png"/><Relationship Id="rId2" Type="http://schemas.microsoft.com/office/2007/relationships/hdphoto" Target="../media/hdphoto3.wdp"/><Relationship Id="rId1" Type="http://schemas.openxmlformats.org/officeDocument/2006/relationships/image" Target="../media/image30.png"/><Relationship Id="rId4" Type="http://schemas.openxmlformats.org/officeDocument/2006/relationships/image" Target="../media/image32.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s>
</file>

<file path=ppt/diagrams/_rels/drawing4.xml.rels><?xml version="1.0" encoding="UTF-8" standalone="yes"?>
<Relationships xmlns="http://schemas.openxmlformats.org/package/2006/relationships"><Relationship Id="rId3" Type="http://schemas.openxmlformats.org/officeDocument/2006/relationships/image" Target="../media/image26.png"/><Relationship Id="rId7" Type="http://schemas.microsoft.com/office/2007/relationships/hdphoto" Target="../media/hdphoto2.wdp"/><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diagrams/_rels/drawing5.xml.rels><?xml version="1.0" encoding="UTF-8" standalone="yes"?>
<Relationships xmlns="http://schemas.openxmlformats.org/package/2006/relationships"><Relationship Id="rId3" Type="http://schemas.openxmlformats.org/officeDocument/2006/relationships/image" Target="../media/image31.png"/><Relationship Id="rId2" Type="http://schemas.microsoft.com/office/2007/relationships/hdphoto" Target="../media/hdphoto3.wdp"/><Relationship Id="rId1" Type="http://schemas.openxmlformats.org/officeDocument/2006/relationships/image" Target="../media/image30.png"/><Relationship Id="rId4" Type="http://schemas.openxmlformats.org/officeDocument/2006/relationships/image" Target="../media/image32.svg"/></Relationships>
</file>

<file path=ppt/diagrams/colors1.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AFD7384-4718-41A4-9D9F-F611F1EED540}" type="doc">
      <dgm:prSet loTypeId="urn:microsoft.com/office/officeart/2008/layout/LinedList" loCatId="list" qsTypeId="urn:microsoft.com/office/officeart/2005/8/quickstyle/simple1" qsCatId="simple" csTypeId="urn:microsoft.com/office/officeart/2005/8/colors/accent2_4" csCatId="accent2"/>
      <dgm:spPr/>
      <dgm:t>
        <a:bodyPr/>
        <a:lstStyle/>
        <a:p>
          <a:endParaRPr lang="en-US"/>
        </a:p>
      </dgm:t>
    </dgm:pt>
    <dgm:pt modelId="{C5DDDEAB-31E7-461E-8533-423F28E9C3F2}">
      <dgm:prSet/>
      <dgm:spPr/>
      <dgm:t>
        <a:bodyPr/>
        <a:lstStyle/>
        <a:p>
          <a:r>
            <a:rPr lang="fr-FR"/>
            <a:t>Quel est le </a:t>
          </a:r>
          <a:r>
            <a:rPr lang="fr-FR" b="1"/>
            <a:t>prix moyen de vente</a:t>
          </a:r>
          <a:r>
            <a:rPr lang="fr-FR"/>
            <a:t> des biens immobiliers ?</a:t>
          </a:r>
          <a:endParaRPr lang="en-US"/>
        </a:p>
      </dgm:t>
    </dgm:pt>
    <dgm:pt modelId="{F91DE187-32E0-4D37-8020-958922C399A8}" type="parTrans" cxnId="{8F764314-37FB-412C-995D-F6E4F90E4E3E}">
      <dgm:prSet/>
      <dgm:spPr/>
      <dgm:t>
        <a:bodyPr/>
        <a:lstStyle/>
        <a:p>
          <a:endParaRPr lang="en-US"/>
        </a:p>
      </dgm:t>
    </dgm:pt>
    <dgm:pt modelId="{15A88559-77F7-4E6C-A719-168217924325}" type="sibTrans" cxnId="{8F764314-37FB-412C-995D-F6E4F90E4E3E}">
      <dgm:prSet/>
      <dgm:spPr/>
      <dgm:t>
        <a:bodyPr/>
        <a:lstStyle/>
        <a:p>
          <a:endParaRPr lang="en-US"/>
        </a:p>
      </dgm:t>
    </dgm:pt>
    <dgm:pt modelId="{88443278-52E7-4A9F-A374-C25BBA6E5C06}">
      <dgm:prSet/>
      <dgm:spPr/>
      <dgm:t>
        <a:bodyPr/>
        <a:lstStyle/>
        <a:p>
          <a:r>
            <a:rPr lang="fr-FR"/>
            <a:t>Quel est le </a:t>
          </a:r>
          <a:r>
            <a:rPr lang="fr-FR" b="1"/>
            <a:t>prix moyen au m²</a:t>
          </a:r>
          <a:r>
            <a:rPr lang="fr-FR"/>
            <a:t>, globalement et par zone géographique ?</a:t>
          </a:r>
          <a:endParaRPr lang="en-US"/>
        </a:p>
      </dgm:t>
    </dgm:pt>
    <dgm:pt modelId="{6711DE3C-8F8D-4031-BFDC-1AEAE91B6AC3}" type="parTrans" cxnId="{F78A17FD-8C8E-45A3-A16E-3E56D13B8551}">
      <dgm:prSet/>
      <dgm:spPr/>
      <dgm:t>
        <a:bodyPr/>
        <a:lstStyle/>
        <a:p>
          <a:endParaRPr lang="en-US"/>
        </a:p>
      </dgm:t>
    </dgm:pt>
    <dgm:pt modelId="{CF220A84-35B5-4C94-9585-CDB80F9C23FD}" type="sibTrans" cxnId="{F78A17FD-8C8E-45A3-A16E-3E56D13B8551}">
      <dgm:prSet/>
      <dgm:spPr/>
      <dgm:t>
        <a:bodyPr/>
        <a:lstStyle/>
        <a:p>
          <a:endParaRPr lang="en-US"/>
        </a:p>
      </dgm:t>
    </dgm:pt>
    <dgm:pt modelId="{98B0B52F-4337-45B5-A647-5D3141909BA9}">
      <dgm:prSet/>
      <dgm:spPr/>
      <dgm:t>
        <a:bodyPr/>
        <a:lstStyle/>
        <a:p>
          <a:r>
            <a:rPr lang="fr-FR"/>
            <a:t>Comment </a:t>
          </a:r>
          <a:r>
            <a:rPr lang="fr-FR" b="1"/>
            <a:t>évoluent les prix de vente dans le temps</a:t>
          </a:r>
          <a:r>
            <a:rPr lang="fr-FR"/>
            <a:t> (par année / mois) ?</a:t>
          </a:r>
          <a:endParaRPr lang="en-US"/>
        </a:p>
      </dgm:t>
    </dgm:pt>
    <dgm:pt modelId="{F6F5E9C1-04A3-4C02-9903-555A55266A62}" type="parTrans" cxnId="{89A1F504-30DC-4CA8-BE40-4735A441038C}">
      <dgm:prSet/>
      <dgm:spPr/>
      <dgm:t>
        <a:bodyPr/>
        <a:lstStyle/>
        <a:p>
          <a:endParaRPr lang="en-US"/>
        </a:p>
      </dgm:t>
    </dgm:pt>
    <dgm:pt modelId="{EC417299-638B-4745-8718-6397D19C99BD}" type="sibTrans" cxnId="{89A1F504-30DC-4CA8-BE40-4735A441038C}">
      <dgm:prSet/>
      <dgm:spPr/>
      <dgm:t>
        <a:bodyPr/>
        <a:lstStyle/>
        <a:p>
          <a:endParaRPr lang="en-US"/>
        </a:p>
      </dgm:t>
    </dgm:pt>
    <dgm:pt modelId="{A80A0E52-400E-4D28-8EAE-A6BB83DE8853}">
      <dgm:prSet/>
      <dgm:spPr/>
      <dgm:t>
        <a:bodyPr/>
        <a:lstStyle/>
        <a:p>
          <a:r>
            <a:rPr lang="fr-FR"/>
            <a:t>Quelles sont les </a:t>
          </a:r>
          <a:r>
            <a:rPr lang="fr-FR" b="1"/>
            <a:t>villes ou zones géographiques les plus chères</a:t>
          </a:r>
          <a:r>
            <a:rPr lang="fr-FR"/>
            <a:t> ?</a:t>
          </a:r>
          <a:endParaRPr lang="en-US"/>
        </a:p>
      </dgm:t>
    </dgm:pt>
    <dgm:pt modelId="{ED7449C0-8278-4465-AC7C-A23D8735FDD7}" type="parTrans" cxnId="{AE6C5965-D7C8-4D02-81CD-576884683436}">
      <dgm:prSet/>
      <dgm:spPr/>
      <dgm:t>
        <a:bodyPr/>
        <a:lstStyle/>
        <a:p>
          <a:endParaRPr lang="en-US"/>
        </a:p>
      </dgm:t>
    </dgm:pt>
    <dgm:pt modelId="{1EE4655B-A1CD-4053-9173-12B075D06342}" type="sibTrans" cxnId="{AE6C5965-D7C8-4D02-81CD-576884683436}">
      <dgm:prSet/>
      <dgm:spPr/>
      <dgm:t>
        <a:bodyPr/>
        <a:lstStyle/>
        <a:p>
          <a:endParaRPr lang="en-US"/>
        </a:p>
      </dgm:t>
    </dgm:pt>
    <dgm:pt modelId="{77ABC02B-FC7A-47C5-B67E-BEA6F4C37E6C}">
      <dgm:prSet/>
      <dgm:spPr/>
      <dgm:t>
        <a:bodyPr/>
        <a:lstStyle/>
        <a:p>
          <a:r>
            <a:rPr lang="fr-FR"/>
            <a:t>Le </a:t>
          </a:r>
          <a:r>
            <a:rPr lang="fr-FR" b="1"/>
            <a:t>type de bien</a:t>
          </a:r>
          <a:r>
            <a:rPr lang="fr-FR"/>
            <a:t> (maison ou appartement) a-t-il un impact sur le prix de vente ?</a:t>
          </a:r>
          <a:endParaRPr lang="en-US"/>
        </a:p>
      </dgm:t>
    </dgm:pt>
    <dgm:pt modelId="{7C4F0FEF-E451-4D2E-88C1-17DD99A9C6C3}" type="parTrans" cxnId="{040FCAA6-7F51-450C-AA93-3405A8C4D657}">
      <dgm:prSet/>
      <dgm:spPr/>
      <dgm:t>
        <a:bodyPr/>
        <a:lstStyle/>
        <a:p>
          <a:endParaRPr lang="en-US"/>
        </a:p>
      </dgm:t>
    </dgm:pt>
    <dgm:pt modelId="{BA83799D-8235-436B-B9D2-E4C08053ECD8}" type="sibTrans" cxnId="{040FCAA6-7F51-450C-AA93-3405A8C4D657}">
      <dgm:prSet/>
      <dgm:spPr/>
      <dgm:t>
        <a:bodyPr/>
        <a:lstStyle/>
        <a:p>
          <a:endParaRPr lang="en-US"/>
        </a:p>
      </dgm:t>
    </dgm:pt>
    <dgm:pt modelId="{88F60350-FF43-45AB-A3AA-614AB1915FC0}">
      <dgm:prSet/>
      <dgm:spPr/>
      <dgm:t>
        <a:bodyPr/>
        <a:lstStyle/>
        <a:p>
          <a:r>
            <a:rPr lang="fr-FR"/>
            <a:t>Quels </a:t>
          </a:r>
          <a:r>
            <a:rPr lang="fr-FR" b="1"/>
            <a:t>critères du bien</a:t>
          </a:r>
          <a:r>
            <a:rPr lang="fr-FR"/>
            <a:t> (surface, nombre de pièces, localisation…) influencent le prix ?</a:t>
          </a:r>
          <a:endParaRPr lang="en-US"/>
        </a:p>
      </dgm:t>
    </dgm:pt>
    <dgm:pt modelId="{00940505-B4CA-4539-88C9-FDA427021D48}" type="parTrans" cxnId="{CB2371A0-5419-4DAE-91E6-580B66F87F30}">
      <dgm:prSet/>
      <dgm:spPr/>
      <dgm:t>
        <a:bodyPr/>
        <a:lstStyle/>
        <a:p>
          <a:endParaRPr lang="en-US"/>
        </a:p>
      </dgm:t>
    </dgm:pt>
    <dgm:pt modelId="{345FBB9F-CA40-41AF-9912-B86043A61920}" type="sibTrans" cxnId="{CB2371A0-5419-4DAE-91E6-580B66F87F30}">
      <dgm:prSet/>
      <dgm:spPr/>
      <dgm:t>
        <a:bodyPr/>
        <a:lstStyle/>
        <a:p>
          <a:endParaRPr lang="en-US"/>
        </a:p>
      </dgm:t>
    </dgm:pt>
    <dgm:pt modelId="{6DBD8907-31E0-4C9A-8357-5308558A90CF}" type="pres">
      <dgm:prSet presAssocID="{DAFD7384-4718-41A4-9D9F-F611F1EED540}" presName="vert0" presStyleCnt="0">
        <dgm:presLayoutVars>
          <dgm:dir/>
          <dgm:animOne val="branch"/>
          <dgm:animLvl val="lvl"/>
        </dgm:presLayoutVars>
      </dgm:prSet>
      <dgm:spPr/>
    </dgm:pt>
    <dgm:pt modelId="{C65CC80C-DD77-4A1C-B987-2DE9CD95F5CE}" type="pres">
      <dgm:prSet presAssocID="{C5DDDEAB-31E7-461E-8533-423F28E9C3F2}" presName="thickLine" presStyleLbl="alignNode1" presStyleIdx="0" presStyleCnt="6"/>
      <dgm:spPr/>
    </dgm:pt>
    <dgm:pt modelId="{586D3105-B4FC-42C3-9F2F-66D23BDB0C62}" type="pres">
      <dgm:prSet presAssocID="{C5DDDEAB-31E7-461E-8533-423F28E9C3F2}" presName="horz1" presStyleCnt="0"/>
      <dgm:spPr/>
    </dgm:pt>
    <dgm:pt modelId="{A35E9E26-F408-4AD1-8035-EE2B2CD4EA50}" type="pres">
      <dgm:prSet presAssocID="{C5DDDEAB-31E7-461E-8533-423F28E9C3F2}" presName="tx1" presStyleLbl="revTx" presStyleIdx="0" presStyleCnt="6"/>
      <dgm:spPr/>
    </dgm:pt>
    <dgm:pt modelId="{2A7D2281-B7B2-469B-99AF-BBBC103257B4}" type="pres">
      <dgm:prSet presAssocID="{C5DDDEAB-31E7-461E-8533-423F28E9C3F2}" presName="vert1" presStyleCnt="0"/>
      <dgm:spPr/>
    </dgm:pt>
    <dgm:pt modelId="{54D3FE1B-C153-4F05-BFD2-1502997F06F1}" type="pres">
      <dgm:prSet presAssocID="{88443278-52E7-4A9F-A374-C25BBA6E5C06}" presName="thickLine" presStyleLbl="alignNode1" presStyleIdx="1" presStyleCnt="6"/>
      <dgm:spPr/>
    </dgm:pt>
    <dgm:pt modelId="{06C367AA-E008-4DE2-ABFB-458270DBF79D}" type="pres">
      <dgm:prSet presAssocID="{88443278-52E7-4A9F-A374-C25BBA6E5C06}" presName="horz1" presStyleCnt="0"/>
      <dgm:spPr/>
    </dgm:pt>
    <dgm:pt modelId="{29421857-262C-4440-B7E5-0DDA8501ED80}" type="pres">
      <dgm:prSet presAssocID="{88443278-52E7-4A9F-A374-C25BBA6E5C06}" presName="tx1" presStyleLbl="revTx" presStyleIdx="1" presStyleCnt="6"/>
      <dgm:spPr/>
    </dgm:pt>
    <dgm:pt modelId="{41D78D8C-EB29-48E8-891A-CE8D880A74DC}" type="pres">
      <dgm:prSet presAssocID="{88443278-52E7-4A9F-A374-C25BBA6E5C06}" presName="vert1" presStyleCnt="0"/>
      <dgm:spPr/>
    </dgm:pt>
    <dgm:pt modelId="{4C4832EE-D386-41F7-AC2B-3C4710F65F94}" type="pres">
      <dgm:prSet presAssocID="{98B0B52F-4337-45B5-A647-5D3141909BA9}" presName="thickLine" presStyleLbl="alignNode1" presStyleIdx="2" presStyleCnt="6"/>
      <dgm:spPr/>
    </dgm:pt>
    <dgm:pt modelId="{12C33495-1F8D-4C07-96F8-13B201F7284D}" type="pres">
      <dgm:prSet presAssocID="{98B0B52F-4337-45B5-A647-5D3141909BA9}" presName="horz1" presStyleCnt="0"/>
      <dgm:spPr/>
    </dgm:pt>
    <dgm:pt modelId="{03D68EC2-80DC-44AE-899E-BF74FFDB472C}" type="pres">
      <dgm:prSet presAssocID="{98B0B52F-4337-45B5-A647-5D3141909BA9}" presName="tx1" presStyleLbl="revTx" presStyleIdx="2" presStyleCnt="6"/>
      <dgm:spPr/>
    </dgm:pt>
    <dgm:pt modelId="{73056E4F-0C71-4074-8CC7-0B259CCD6930}" type="pres">
      <dgm:prSet presAssocID="{98B0B52F-4337-45B5-A647-5D3141909BA9}" presName="vert1" presStyleCnt="0"/>
      <dgm:spPr/>
    </dgm:pt>
    <dgm:pt modelId="{DC36152D-DC3D-43F3-8519-7D90ECD759F6}" type="pres">
      <dgm:prSet presAssocID="{A80A0E52-400E-4D28-8EAE-A6BB83DE8853}" presName="thickLine" presStyleLbl="alignNode1" presStyleIdx="3" presStyleCnt="6"/>
      <dgm:spPr/>
    </dgm:pt>
    <dgm:pt modelId="{9C5F0EE0-BD53-4AE7-83F9-4738B09B14A3}" type="pres">
      <dgm:prSet presAssocID="{A80A0E52-400E-4D28-8EAE-A6BB83DE8853}" presName="horz1" presStyleCnt="0"/>
      <dgm:spPr/>
    </dgm:pt>
    <dgm:pt modelId="{129348CF-6456-4A96-8E76-3B336AD157D5}" type="pres">
      <dgm:prSet presAssocID="{A80A0E52-400E-4D28-8EAE-A6BB83DE8853}" presName="tx1" presStyleLbl="revTx" presStyleIdx="3" presStyleCnt="6"/>
      <dgm:spPr/>
    </dgm:pt>
    <dgm:pt modelId="{5BA121C9-38ED-4F31-A7A6-19B4A0A43C30}" type="pres">
      <dgm:prSet presAssocID="{A80A0E52-400E-4D28-8EAE-A6BB83DE8853}" presName="vert1" presStyleCnt="0"/>
      <dgm:spPr/>
    </dgm:pt>
    <dgm:pt modelId="{502F58AE-3691-4ED9-A23F-DDF456385AC4}" type="pres">
      <dgm:prSet presAssocID="{77ABC02B-FC7A-47C5-B67E-BEA6F4C37E6C}" presName="thickLine" presStyleLbl="alignNode1" presStyleIdx="4" presStyleCnt="6"/>
      <dgm:spPr/>
    </dgm:pt>
    <dgm:pt modelId="{309EBBAC-8BF8-4CB7-85CF-0E7A61D3F783}" type="pres">
      <dgm:prSet presAssocID="{77ABC02B-FC7A-47C5-B67E-BEA6F4C37E6C}" presName="horz1" presStyleCnt="0"/>
      <dgm:spPr/>
    </dgm:pt>
    <dgm:pt modelId="{982C125E-1D1A-45E4-9B42-56557FA69FD4}" type="pres">
      <dgm:prSet presAssocID="{77ABC02B-FC7A-47C5-B67E-BEA6F4C37E6C}" presName="tx1" presStyleLbl="revTx" presStyleIdx="4" presStyleCnt="6"/>
      <dgm:spPr/>
    </dgm:pt>
    <dgm:pt modelId="{991FF38B-20AE-4D78-9A88-61CAE66E0246}" type="pres">
      <dgm:prSet presAssocID="{77ABC02B-FC7A-47C5-B67E-BEA6F4C37E6C}" presName="vert1" presStyleCnt="0"/>
      <dgm:spPr/>
    </dgm:pt>
    <dgm:pt modelId="{EF9E1DC2-1D05-49A7-9F19-6783D0721CB6}" type="pres">
      <dgm:prSet presAssocID="{88F60350-FF43-45AB-A3AA-614AB1915FC0}" presName="thickLine" presStyleLbl="alignNode1" presStyleIdx="5" presStyleCnt="6"/>
      <dgm:spPr/>
    </dgm:pt>
    <dgm:pt modelId="{45F894C6-2A18-45D6-BFE9-46F2759ED1D2}" type="pres">
      <dgm:prSet presAssocID="{88F60350-FF43-45AB-A3AA-614AB1915FC0}" presName="horz1" presStyleCnt="0"/>
      <dgm:spPr/>
    </dgm:pt>
    <dgm:pt modelId="{3EC18FC1-8541-4AC6-9C9B-0339A6C4AF71}" type="pres">
      <dgm:prSet presAssocID="{88F60350-FF43-45AB-A3AA-614AB1915FC0}" presName="tx1" presStyleLbl="revTx" presStyleIdx="5" presStyleCnt="6"/>
      <dgm:spPr/>
    </dgm:pt>
    <dgm:pt modelId="{64D4F5F4-A6A5-436A-A4FE-E8ECF98B69CB}" type="pres">
      <dgm:prSet presAssocID="{88F60350-FF43-45AB-A3AA-614AB1915FC0}" presName="vert1" presStyleCnt="0"/>
      <dgm:spPr/>
    </dgm:pt>
  </dgm:ptLst>
  <dgm:cxnLst>
    <dgm:cxn modelId="{89A1F504-30DC-4CA8-BE40-4735A441038C}" srcId="{DAFD7384-4718-41A4-9D9F-F611F1EED540}" destId="{98B0B52F-4337-45B5-A647-5D3141909BA9}" srcOrd="2" destOrd="0" parTransId="{F6F5E9C1-04A3-4C02-9903-555A55266A62}" sibTransId="{EC417299-638B-4745-8718-6397D19C99BD}"/>
    <dgm:cxn modelId="{8F764314-37FB-412C-995D-F6E4F90E4E3E}" srcId="{DAFD7384-4718-41A4-9D9F-F611F1EED540}" destId="{C5DDDEAB-31E7-461E-8533-423F28E9C3F2}" srcOrd="0" destOrd="0" parTransId="{F91DE187-32E0-4D37-8020-958922C399A8}" sibTransId="{15A88559-77F7-4E6C-A719-168217924325}"/>
    <dgm:cxn modelId="{C7BDBF36-21E7-4902-9B30-CB123481FCC1}" type="presOf" srcId="{DAFD7384-4718-41A4-9D9F-F611F1EED540}" destId="{6DBD8907-31E0-4C9A-8357-5308558A90CF}" srcOrd="0" destOrd="0" presId="urn:microsoft.com/office/officeart/2008/layout/LinedList"/>
    <dgm:cxn modelId="{8C604738-F8DA-4543-B7AB-40B41661DD91}" type="presOf" srcId="{88443278-52E7-4A9F-A374-C25BBA6E5C06}" destId="{29421857-262C-4440-B7E5-0DDA8501ED80}" srcOrd="0" destOrd="0" presId="urn:microsoft.com/office/officeart/2008/layout/LinedList"/>
    <dgm:cxn modelId="{AE6C5965-D7C8-4D02-81CD-576884683436}" srcId="{DAFD7384-4718-41A4-9D9F-F611F1EED540}" destId="{A80A0E52-400E-4D28-8EAE-A6BB83DE8853}" srcOrd="3" destOrd="0" parTransId="{ED7449C0-8278-4465-AC7C-A23D8735FDD7}" sibTransId="{1EE4655B-A1CD-4053-9173-12B075D06342}"/>
    <dgm:cxn modelId="{B984EE66-C729-468B-BBB0-289B57EFFE8B}" type="presOf" srcId="{A80A0E52-400E-4D28-8EAE-A6BB83DE8853}" destId="{129348CF-6456-4A96-8E76-3B336AD157D5}" srcOrd="0" destOrd="0" presId="urn:microsoft.com/office/officeart/2008/layout/LinedList"/>
    <dgm:cxn modelId="{646D9A6A-46CF-46ED-B327-787575E1AA37}" type="presOf" srcId="{98B0B52F-4337-45B5-A647-5D3141909BA9}" destId="{03D68EC2-80DC-44AE-899E-BF74FFDB472C}" srcOrd="0" destOrd="0" presId="urn:microsoft.com/office/officeart/2008/layout/LinedList"/>
    <dgm:cxn modelId="{CB2371A0-5419-4DAE-91E6-580B66F87F30}" srcId="{DAFD7384-4718-41A4-9D9F-F611F1EED540}" destId="{88F60350-FF43-45AB-A3AA-614AB1915FC0}" srcOrd="5" destOrd="0" parTransId="{00940505-B4CA-4539-88C9-FDA427021D48}" sibTransId="{345FBB9F-CA40-41AF-9912-B86043A61920}"/>
    <dgm:cxn modelId="{040FCAA6-7F51-450C-AA93-3405A8C4D657}" srcId="{DAFD7384-4718-41A4-9D9F-F611F1EED540}" destId="{77ABC02B-FC7A-47C5-B67E-BEA6F4C37E6C}" srcOrd="4" destOrd="0" parTransId="{7C4F0FEF-E451-4D2E-88C1-17DD99A9C6C3}" sibTransId="{BA83799D-8235-436B-B9D2-E4C08053ECD8}"/>
    <dgm:cxn modelId="{435E26BB-28FA-4142-A020-9AD25B4DACEB}" type="presOf" srcId="{C5DDDEAB-31E7-461E-8533-423F28E9C3F2}" destId="{A35E9E26-F408-4AD1-8035-EE2B2CD4EA50}" srcOrd="0" destOrd="0" presId="urn:microsoft.com/office/officeart/2008/layout/LinedList"/>
    <dgm:cxn modelId="{86F01DBD-A3AA-4EBE-8755-1187BD2497B8}" type="presOf" srcId="{77ABC02B-FC7A-47C5-B67E-BEA6F4C37E6C}" destId="{982C125E-1D1A-45E4-9B42-56557FA69FD4}" srcOrd="0" destOrd="0" presId="urn:microsoft.com/office/officeart/2008/layout/LinedList"/>
    <dgm:cxn modelId="{4D0CFADE-1E7A-4CB2-BEEC-71C2565A0FCF}" type="presOf" srcId="{88F60350-FF43-45AB-A3AA-614AB1915FC0}" destId="{3EC18FC1-8541-4AC6-9C9B-0339A6C4AF71}" srcOrd="0" destOrd="0" presId="urn:microsoft.com/office/officeart/2008/layout/LinedList"/>
    <dgm:cxn modelId="{F78A17FD-8C8E-45A3-A16E-3E56D13B8551}" srcId="{DAFD7384-4718-41A4-9D9F-F611F1EED540}" destId="{88443278-52E7-4A9F-A374-C25BBA6E5C06}" srcOrd="1" destOrd="0" parTransId="{6711DE3C-8F8D-4031-BFDC-1AEAE91B6AC3}" sibTransId="{CF220A84-35B5-4C94-9585-CDB80F9C23FD}"/>
    <dgm:cxn modelId="{58A28C96-F8A5-4879-9D3E-430BDB1E07FF}" type="presParOf" srcId="{6DBD8907-31E0-4C9A-8357-5308558A90CF}" destId="{C65CC80C-DD77-4A1C-B987-2DE9CD95F5CE}" srcOrd="0" destOrd="0" presId="urn:microsoft.com/office/officeart/2008/layout/LinedList"/>
    <dgm:cxn modelId="{816EAECD-5A96-4425-9DEA-6C8D0B4FA097}" type="presParOf" srcId="{6DBD8907-31E0-4C9A-8357-5308558A90CF}" destId="{586D3105-B4FC-42C3-9F2F-66D23BDB0C62}" srcOrd="1" destOrd="0" presId="urn:microsoft.com/office/officeart/2008/layout/LinedList"/>
    <dgm:cxn modelId="{87B3B13E-4DAC-447A-A941-CB63164DEC8F}" type="presParOf" srcId="{586D3105-B4FC-42C3-9F2F-66D23BDB0C62}" destId="{A35E9E26-F408-4AD1-8035-EE2B2CD4EA50}" srcOrd="0" destOrd="0" presId="urn:microsoft.com/office/officeart/2008/layout/LinedList"/>
    <dgm:cxn modelId="{AA086AB1-E90D-48B8-925F-EAC46D5F0A21}" type="presParOf" srcId="{586D3105-B4FC-42C3-9F2F-66D23BDB0C62}" destId="{2A7D2281-B7B2-469B-99AF-BBBC103257B4}" srcOrd="1" destOrd="0" presId="urn:microsoft.com/office/officeart/2008/layout/LinedList"/>
    <dgm:cxn modelId="{C6563B19-8C0A-4002-B5E7-73FC9667B1F7}" type="presParOf" srcId="{6DBD8907-31E0-4C9A-8357-5308558A90CF}" destId="{54D3FE1B-C153-4F05-BFD2-1502997F06F1}" srcOrd="2" destOrd="0" presId="urn:microsoft.com/office/officeart/2008/layout/LinedList"/>
    <dgm:cxn modelId="{ABEF7457-4625-4DAC-9671-9DF763E0DBDC}" type="presParOf" srcId="{6DBD8907-31E0-4C9A-8357-5308558A90CF}" destId="{06C367AA-E008-4DE2-ABFB-458270DBF79D}" srcOrd="3" destOrd="0" presId="urn:microsoft.com/office/officeart/2008/layout/LinedList"/>
    <dgm:cxn modelId="{B4D27A58-BDA3-4FB2-BADD-4641A03D4B9A}" type="presParOf" srcId="{06C367AA-E008-4DE2-ABFB-458270DBF79D}" destId="{29421857-262C-4440-B7E5-0DDA8501ED80}" srcOrd="0" destOrd="0" presId="urn:microsoft.com/office/officeart/2008/layout/LinedList"/>
    <dgm:cxn modelId="{66362D53-3A88-4CA5-812A-28FF713283D6}" type="presParOf" srcId="{06C367AA-E008-4DE2-ABFB-458270DBF79D}" destId="{41D78D8C-EB29-48E8-891A-CE8D880A74DC}" srcOrd="1" destOrd="0" presId="urn:microsoft.com/office/officeart/2008/layout/LinedList"/>
    <dgm:cxn modelId="{837F1A66-244F-4D97-A288-5561DFB34AF2}" type="presParOf" srcId="{6DBD8907-31E0-4C9A-8357-5308558A90CF}" destId="{4C4832EE-D386-41F7-AC2B-3C4710F65F94}" srcOrd="4" destOrd="0" presId="urn:microsoft.com/office/officeart/2008/layout/LinedList"/>
    <dgm:cxn modelId="{3944B419-1770-4757-B09A-9D630C0D4A3B}" type="presParOf" srcId="{6DBD8907-31E0-4C9A-8357-5308558A90CF}" destId="{12C33495-1F8D-4C07-96F8-13B201F7284D}" srcOrd="5" destOrd="0" presId="urn:microsoft.com/office/officeart/2008/layout/LinedList"/>
    <dgm:cxn modelId="{7EF15848-BE88-40E9-86DD-A71915E4CDB9}" type="presParOf" srcId="{12C33495-1F8D-4C07-96F8-13B201F7284D}" destId="{03D68EC2-80DC-44AE-899E-BF74FFDB472C}" srcOrd="0" destOrd="0" presId="urn:microsoft.com/office/officeart/2008/layout/LinedList"/>
    <dgm:cxn modelId="{AD000AC9-C577-4B1A-B2A8-C8ED3FAED125}" type="presParOf" srcId="{12C33495-1F8D-4C07-96F8-13B201F7284D}" destId="{73056E4F-0C71-4074-8CC7-0B259CCD6930}" srcOrd="1" destOrd="0" presId="urn:microsoft.com/office/officeart/2008/layout/LinedList"/>
    <dgm:cxn modelId="{FB027E2D-6290-494B-B843-2B92D0111096}" type="presParOf" srcId="{6DBD8907-31E0-4C9A-8357-5308558A90CF}" destId="{DC36152D-DC3D-43F3-8519-7D90ECD759F6}" srcOrd="6" destOrd="0" presId="urn:microsoft.com/office/officeart/2008/layout/LinedList"/>
    <dgm:cxn modelId="{0D145EEE-C02F-4C61-A025-7A15EFD31416}" type="presParOf" srcId="{6DBD8907-31E0-4C9A-8357-5308558A90CF}" destId="{9C5F0EE0-BD53-4AE7-83F9-4738B09B14A3}" srcOrd="7" destOrd="0" presId="urn:microsoft.com/office/officeart/2008/layout/LinedList"/>
    <dgm:cxn modelId="{98106F16-D5B5-40DB-B8F5-5C464F27ED2C}" type="presParOf" srcId="{9C5F0EE0-BD53-4AE7-83F9-4738B09B14A3}" destId="{129348CF-6456-4A96-8E76-3B336AD157D5}" srcOrd="0" destOrd="0" presId="urn:microsoft.com/office/officeart/2008/layout/LinedList"/>
    <dgm:cxn modelId="{5C40032B-E952-4975-9618-F62CBB6E497B}" type="presParOf" srcId="{9C5F0EE0-BD53-4AE7-83F9-4738B09B14A3}" destId="{5BA121C9-38ED-4F31-A7A6-19B4A0A43C30}" srcOrd="1" destOrd="0" presId="urn:microsoft.com/office/officeart/2008/layout/LinedList"/>
    <dgm:cxn modelId="{E2570C97-387A-4928-A7A7-AA67B2E34629}" type="presParOf" srcId="{6DBD8907-31E0-4C9A-8357-5308558A90CF}" destId="{502F58AE-3691-4ED9-A23F-DDF456385AC4}" srcOrd="8" destOrd="0" presId="urn:microsoft.com/office/officeart/2008/layout/LinedList"/>
    <dgm:cxn modelId="{59567EC5-3449-4810-AA97-1721F5735313}" type="presParOf" srcId="{6DBD8907-31E0-4C9A-8357-5308558A90CF}" destId="{309EBBAC-8BF8-4CB7-85CF-0E7A61D3F783}" srcOrd="9" destOrd="0" presId="urn:microsoft.com/office/officeart/2008/layout/LinedList"/>
    <dgm:cxn modelId="{CC62EEAA-6701-4372-962A-E24EAC41177F}" type="presParOf" srcId="{309EBBAC-8BF8-4CB7-85CF-0E7A61D3F783}" destId="{982C125E-1D1A-45E4-9B42-56557FA69FD4}" srcOrd="0" destOrd="0" presId="urn:microsoft.com/office/officeart/2008/layout/LinedList"/>
    <dgm:cxn modelId="{00D7A76B-B2EE-40AC-A85B-71D23D0D03A2}" type="presParOf" srcId="{309EBBAC-8BF8-4CB7-85CF-0E7A61D3F783}" destId="{991FF38B-20AE-4D78-9A88-61CAE66E0246}" srcOrd="1" destOrd="0" presId="urn:microsoft.com/office/officeart/2008/layout/LinedList"/>
    <dgm:cxn modelId="{FF56D4C9-40BF-4AA9-A2E0-5C0213D85DC7}" type="presParOf" srcId="{6DBD8907-31E0-4C9A-8357-5308558A90CF}" destId="{EF9E1DC2-1D05-49A7-9F19-6783D0721CB6}" srcOrd="10" destOrd="0" presId="urn:microsoft.com/office/officeart/2008/layout/LinedList"/>
    <dgm:cxn modelId="{97197711-9F06-4E65-976E-6A1A07EF319B}" type="presParOf" srcId="{6DBD8907-31E0-4C9A-8357-5308558A90CF}" destId="{45F894C6-2A18-45D6-BFE9-46F2759ED1D2}" srcOrd="11" destOrd="0" presId="urn:microsoft.com/office/officeart/2008/layout/LinedList"/>
    <dgm:cxn modelId="{7CBBB11D-4FF7-4738-8AA8-C954F9EADC6B}" type="presParOf" srcId="{45F894C6-2A18-45D6-BFE9-46F2759ED1D2}" destId="{3EC18FC1-8541-4AC6-9C9B-0339A6C4AF71}" srcOrd="0" destOrd="0" presId="urn:microsoft.com/office/officeart/2008/layout/LinedList"/>
    <dgm:cxn modelId="{19AAC2A9-AFCE-4F52-90ED-A321F7F07989}" type="presParOf" srcId="{45F894C6-2A18-45D6-BFE9-46F2759ED1D2}" destId="{64D4F5F4-A6A5-436A-A4FE-E8ECF98B69CB}"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731AE77-7697-4470-BF84-3393BE5D4F00}" type="doc">
      <dgm:prSet loTypeId="urn:microsoft.com/office/officeart/2005/8/layout/chart3" loCatId="cycle" qsTypeId="urn:microsoft.com/office/officeart/2005/8/quickstyle/simple2" qsCatId="simple" csTypeId="urn:microsoft.com/office/officeart/2005/8/colors/accent2_2" csCatId="accent2" phldr="1"/>
      <dgm:spPr/>
      <dgm:t>
        <a:bodyPr/>
        <a:lstStyle/>
        <a:p>
          <a:endParaRPr lang="en-US"/>
        </a:p>
      </dgm:t>
    </dgm:pt>
    <dgm:pt modelId="{849150F7-C84B-4EB4-8B2F-53E186DD1500}">
      <dgm:prSet custT="1"/>
      <dgm:spPr/>
      <dgm:t>
        <a:bodyPr/>
        <a:lstStyle/>
        <a:p>
          <a:pPr algn="ctr"/>
          <a:r>
            <a:rPr lang="fr-FR" sz="1000" b="1" dirty="0"/>
            <a:t>Transaction</a:t>
          </a:r>
          <a:r>
            <a:rPr lang="fr-FR" sz="1000" dirty="0"/>
            <a:t> : correspond à la vente d’un bien immobilier réalisée à une date donnée pour un montant donné.</a:t>
          </a:r>
          <a:endParaRPr lang="en-US" sz="1000" dirty="0"/>
        </a:p>
      </dgm:t>
    </dgm:pt>
    <dgm:pt modelId="{BE2EE9B3-0F64-4B7C-AC0D-6F1DD2D8CBDB}" type="parTrans" cxnId="{1EBD336C-A86E-4F30-A2A9-BDEC24C227C4}">
      <dgm:prSet/>
      <dgm:spPr/>
      <dgm:t>
        <a:bodyPr/>
        <a:lstStyle/>
        <a:p>
          <a:pPr algn="ctr"/>
          <a:endParaRPr lang="en-US" sz="2400"/>
        </a:p>
      </dgm:t>
    </dgm:pt>
    <dgm:pt modelId="{6C5DEDC5-76FE-4B47-BB29-770A35165553}" type="sibTrans" cxnId="{1EBD336C-A86E-4F30-A2A9-BDEC24C227C4}">
      <dgm:prSet/>
      <dgm:spPr/>
      <dgm:t>
        <a:bodyPr/>
        <a:lstStyle/>
        <a:p>
          <a:pPr algn="ctr"/>
          <a:endParaRPr lang="en-US" sz="2400"/>
        </a:p>
      </dgm:t>
    </dgm:pt>
    <dgm:pt modelId="{1909CEDC-CE1D-41E3-9F87-FEF94125281C}">
      <dgm:prSet custT="1"/>
      <dgm:spPr/>
      <dgm:t>
        <a:bodyPr/>
        <a:lstStyle/>
        <a:p>
          <a:pPr algn="ctr"/>
          <a:r>
            <a:rPr lang="fr-FR" sz="1000" b="1" dirty="0"/>
            <a:t>Bien immobilier</a:t>
          </a:r>
          <a:r>
            <a:rPr lang="fr-FR" sz="1000" dirty="0"/>
            <a:t> : représente un bien fixe non déplaçable (maison, appartement, terrain, local), objet d’une ou plusieurs transactions.</a:t>
          </a:r>
          <a:endParaRPr lang="en-US" sz="1000" dirty="0"/>
        </a:p>
      </dgm:t>
    </dgm:pt>
    <dgm:pt modelId="{FDB9D1B3-6684-4EED-805E-97CE1570BD42}" type="parTrans" cxnId="{63EF451F-D3B2-4325-8F77-DF58E8CAE1BA}">
      <dgm:prSet/>
      <dgm:spPr/>
      <dgm:t>
        <a:bodyPr/>
        <a:lstStyle/>
        <a:p>
          <a:pPr algn="ctr"/>
          <a:endParaRPr lang="en-US" sz="2400"/>
        </a:p>
      </dgm:t>
    </dgm:pt>
    <dgm:pt modelId="{090A8A95-1C96-44BC-9D3E-760B971FAD0F}" type="sibTrans" cxnId="{63EF451F-D3B2-4325-8F77-DF58E8CAE1BA}">
      <dgm:prSet/>
      <dgm:spPr/>
      <dgm:t>
        <a:bodyPr/>
        <a:lstStyle/>
        <a:p>
          <a:pPr algn="ctr"/>
          <a:endParaRPr lang="en-US" sz="2400"/>
        </a:p>
      </dgm:t>
    </dgm:pt>
    <dgm:pt modelId="{860C1F7C-441F-4E4C-B0C0-40ACBF1EFE97}">
      <dgm:prSet custT="1"/>
      <dgm:spPr/>
      <dgm:t>
        <a:bodyPr/>
        <a:lstStyle/>
        <a:p>
          <a:pPr algn="ctr"/>
          <a:r>
            <a:rPr lang="fr-FR" sz="1000" b="1" dirty="0"/>
            <a:t>Type de bien</a:t>
          </a:r>
          <a:r>
            <a:rPr lang="fr-FR" sz="1000" dirty="0"/>
            <a:t> : désigne la nature du bien et permet de distinguer les différents types de biens immobiliers (maison, appartement, etc.).</a:t>
          </a:r>
          <a:endParaRPr lang="en-US" sz="1000" dirty="0"/>
        </a:p>
      </dgm:t>
    </dgm:pt>
    <dgm:pt modelId="{7D4C53B8-9134-4A47-B90B-6FB71D285E1E}" type="parTrans" cxnId="{4CF8D9C8-E31B-4077-82C6-1937CA769B9D}">
      <dgm:prSet/>
      <dgm:spPr/>
      <dgm:t>
        <a:bodyPr/>
        <a:lstStyle/>
        <a:p>
          <a:pPr algn="ctr"/>
          <a:endParaRPr lang="en-US" sz="2400"/>
        </a:p>
      </dgm:t>
    </dgm:pt>
    <dgm:pt modelId="{31DEC722-F2C8-4882-9184-0B63B85084C3}" type="sibTrans" cxnId="{4CF8D9C8-E31B-4077-82C6-1937CA769B9D}">
      <dgm:prSet/>
      <dgm:spPr/>
      <dgm:t>
        <a:bodyPr/>
        <a:lstStyle/>
        <a:p>
          <a:pPr algn="ctr"/>
          <a:endParaRPr lang="en-US" sz="2400"/>
        </a:p>
      </dgm:t>
    </dgm:pt>
    <dgm:pt modelId="{A9A9974E-CDD0-4E79-AF69-BA7AD3AB7C1C}">
      <dgm:prSet custT="1"/>
      <dgm:spPr/>
      <dgm:t>
        <a:bodyPr anchor="ctr"/>
        <a:lstStyle/>
        <a:p>
          <a:pPr algn="ctr"/>
          <a:r>
            <a:rPr lang="fr-FR" sz="1000" b="1" dirty="0"/>
            <a:t>Données démographiques</a:t>
          </a:r>
          <a:r>
            <a:rPr lang="fr-FR" sz="1000" dirty="0"/>
            <a:t> : regroupent les informations issues des recensements permettant d’analyser l’évolution de la population d’une commune dans le temps.</a:t>
          </a:r>
          <a:endParaRPr lang="en-US" sz="1000" dirty="0"/>
        </a:p>
      </dgm:t>
    </dgm:pt>
    <dgm:pt modelId="{9B67E3E7-56A0-449B-BC77-B3B33AC641E8}" type="parTrans" cxnId="{443B1952-5EF0-46F7-9C51-43C800C2F9F2}">
      <dgm:prSet/>
      <dgm:spPr/>
      <dgm:t>
        <a:bodyPr/>
        <a:lstStyle/>
        <a:p>
          <a:pPr algn="ctr"/>
          <a:endParaRPr lang="en-US" sz="2400"/>
        </a:p>
      </dgm:t>
    </dgm:pt>
    <dgm:pt modelId="{2A0008C4-8DBF-4DAA-8757-B6D59D94FFA1}" type="sibTrans" cxnId="{443B1952-5EF0-46F7-9C51-43C800C2F9F2}">
      <dgm:prSet/>
      <dgm:spPr/>
      <dgm:t>
        <a:bodyPr/>
        <a:lstStyle/>
        <a:p>
          <a:pPr algn="ctr"/>
          <a:endParaRPr lang="en-US" sz="2400"/>
        </a:p>
      </dgm:t>
    </dgm:pt>
    <dgm:pt modelId="{E3519D07-D274-40F4-93F2-EE88815A2DCE}">
      <dgm:prSet custT="1"/>
      <dgm:spPr/>
      <dgm:t>
        <a:bodyPr/>
        <a:lstStyle/>
        <a:p>
          <a:pPr algn="ctr"/>
          <a:r>
            <a:rPr lang="fr-FR" sz="1000" b="1"/>
            <a:t>Commune</a:t>
          </a:r>
          <a:r>
            <a:rPr lang="fr-FR" sz="1000"/>
            <a:t> : plus petite subdivision administrative du territoire français, identifiée par un code INSEE et utilisée comme niveau principal d’analyse géographique.</a:t>
          </a:r>
          <a:endParaRPr lang="en-US" sz="1000"/>
        </a:p>
      </dgm:t>
    </dgm:pt>
    <dgm:pt modelId="{F3230ECB-E49B-4184-94DE-98F2AED9285F}" type="parTrans" cxnId="{265544A1-60EF-40E6-8CEC-19806A805D09}">
      <dgm:prSet/>
      <dgm:spPr/>
      <dgm:t>
        <a:bodyPr/>
        <a:lstStyle/>
        <a:p>
          <a:pPr algn="ctr"/>
          <a:endParaRPr lang="en-US" sz="2400"/>
        </a:p>
      </dgm:t>
    </dgm:pt>
    <dgm:pt modelId="{729B2E35-8C1B-4C2B-ACC0-59F9CBFE495D}" type="sibTrans" cxnId="{265544A1-60EF-40E6-8CEC-19806A805D09}">
      <dgm:prSet/>
      <dgm:spPr/>
      <dgm:t>
        <a:bodyPr/>
        <a:lstStyle/>
        <a:p>
          <a:pPr algn="ctr"/>
          <a:endParaRPr lang="en-US" sz="2400"/>
        </a:p>
      </dgm:t>
    </dgm:pt>
    <dgm:pt modelId="{3984D15C-27A9-4086-9C94-69F735E1EB76}">
      <dgm:prSet custT="1"/>
      <dgm:spPr/>
      <dgm:t>
        <a:bodyPr/>
        <a:lstStyle/>
        <a:p>
          <a:pPr algn="ctr"/>
          <a:r>
            <a:rPr lang="fr-FR" sz="1000" b="1"/>
            <a:t>Département</a:t>
          </a:r>
          <a:r>
            <a:rPr lang="fr-FR" sz="1000"/>
            <a:t> : division administrative du territoire français regroupant plusieurs communes, utilisée comme niveau intermédiaire d’analyse géographique.</a:t>
          </a:r>
          <a:endParaRPr lang="en-US" sz="1000"/>
        </a:p>
      </dgm:t>
    </dgm:pt>
    <dgm:pt modelId="{04DC3BB2-2C52-43D8-9B4D-F5D689CD492C}" type="parTrans" cxnId="{12EBC10B-8074-45EC-B7C6-EADDD8F468AD}">
      <dgm:prSet/>
      <dgm:spPr/>
      <dgm:t>
        <a:bodyPr/>
        <a:lstStyle/>
        <a:p>
          <a:pPr algn="ctr"/>
          <a:endParaRPr lang="en-US" sz="2400"/>
        </a:p>
      </dgm:t>
    </dgm:pt>
    <dgm:pt modelId="{B791BF3F-B0CD-43FD-8F35-7B185F5410D7}" type="sibTrans" cxnId="{12EBC10B-8074-45EC-B7C6-EADDD8F468AD}">
      <dgm:prSet/>
      <dgm:spPr/>
      <dgm:t>
        <a:bodyPr/>
        <a:lstStyle/>
        <a:p>
          <a:pPr algn="ctr"/>
          <a:endParaRPr lang="en-US" sz="2400"/>
        </a:p>
      </dgm:t>
    </dgm:pt>
    <dgm:pt modelId="{EEEBBCB8-F978-42FF-8B6B-FD8CCB9B9E67}">
      <dgm:prSet custT="1"/>
      <dgm:spPr/>
      <dgm:t>
        <a:bodyPr anchor="ctr"/>
        <a:lstStyle/>
        <a:p>
          <a:pPr algn="ctr"/>
          <a:r>
            <a:rPr lang="fr-FR" sz="1000" b="1"/>
            <a:t>Région</a:t>
          </a:r>
          <a:r>
            <a:rPr lang="fr-FR" sz="1000"/>
            <a:t> : entité administrative regroupant plusieurs départements, correspondant au niveau géographique le plus large d’analyse.</a:t>
          </a:r>
          <a:endParaRPr lang="en-US" sz="1000"/>
        </a:p>
      </dgm:t>
    </dgm:pt>
    <dgm:pt modelId="{A9239D79-8E76-4667-B628-43BF058CC71F}" type="parTrans" cxnId="{06CD3545-1DC1-458B-9021-D91F6C98892B}">
      <dgm:prSet/>
      <dgm:spPr/>
      <dgm:t>
        <a:bodyPr/>
        <a:lstStyle/>
        <a:p>
          <a:pPr algn="ctr"/>
          <a:endParaRPr lang="en-US" sz="2400"/>
        </a:p>
      </dgm:t>
    </dgm:pt>
    <dgm:pt modelId="{7947DCD8-A505-49F8-97FB-4C83C7678ECD}" type="sibTrans" cxnId="{06CD3545-1DC1-458B-9021-D91F6C98892B}">
      <dgm:prSet/>
      <dgm:spPr/>
      <dgm:t>
        <a:bodyPr/>
        <a:lstStyle/>
        <a:p>
          <a:pPr algn="ctr"/>
          <a:endParaRPr lang="en-US" sz="2400"/>
        </a:p>
      </dgm:t>
    </dgm:pt>
    <dgm:pt modelId="{49A8929D-481B-4AFC-B0C1-DAD50B41E20B}" type="pres">
      <dgm:prSet presAssocID="{7731AE77-7697-4470-BF84-3393BE5D4F00}" presName="compositeShape" presStyleCnt="0">
        <dgm:presLayoutVars>
          <dgm:chMax val="7"/>
          <dgm:dir/>
          <dgm:resizeHandles val="exact"/>
        </dgm:presLayoutVars>
      </dgm:prSet>
      <dgm:spPr/>
    </dgm:pt>
    <dgm:pt modelId="{7978E60A-4B07-4208-BE1B-F9AA5D99E597}" type="pres">
      <dgm:prSet presAssocID="{7731AE77-7697-4470-BF84-3393BE5D4F00}" presName="wedge1" presStyleLbl="node1" presStyleIdx="0" presStyleCnt="7" custScaleX="110000" custScaleY="110000" custLinFactNeighborX="-2698" custLinFactNeighborY="5670"/>
      <dgm:spPr/>
    </dgm:pt>
    <dgm:pt modelId="{1E0DC8C4-867F-4DCA-8D62-A09478722545}" type="pres">
      <dgm:prSet presAssocID="{7731AE77-7697-4470-BF84-3393BE5D4F00}" presName="wedge1Tx" presStyleLbl="node1" presStyleIdx="0" presStyleCnt="7">
        <dgm:presLayoutVars>
          <dgm:chMax val="0"/>
          <dgm:chPref val="0"/>
          <dgm:bulletEnabled val="1"/>
        </dgm:presLayoutVars>
      </dgm:prSet>
      <dgm:spPr/>
    </dgm:pt>
    <dgm:pt modelId="{29E12E25-F762-4B15-9671-D24F13C91E06}" type="pres">
      <dgm:prSet presAssocID="{7731AE77-7697-4470-BF84-3393BE5D4F00}" presName="wedge2" presStyleLbl="node1" presStyleIdx="1" presStyleCnt="7" custScaleX="110000" custScaleY="110000"/>
      <dgm:spPr/>
    </dgm:pt>
    <dgm:pt modelId="{C3E3AB3D-439B-425C-A742-29F9122B1F70}" type="pres">
      <dgm:prSet presAssocID="{7731AE77-7697-4470-BF84-3393BE5D4F00}" presName="wedge2Tx" presStyleLbl="node1" presStyleIdx="1" presStyleCnt="7">
        <dgm:presLayoutVars>
          <dgm:chMax val="0"/>
          <dgm:chPref val="0"/>
          <dgm:bulletEnabled val="1"/>
        </dgm:presLayoutVars>
      </dgm:prSet>
      <dgm:spPr/>
    </dgm:pt>
    <dgm:pt modelId="{A423C02A-6489-44B2-8F3B-858FA290A7A8}" type="pres">
      <dgm:prSet presAssocID="{7731AE77-7697-4470-BF84-3393BE5D4F00}" presName="wedge3" presStyleLbl="node1" presStyleIdx="2" presStyleCnt="7" custScaleX="110000" custScaleY="110000" custLinFactNeighborX="6220" custLinFactNeighborY="4079"/>
      <dgm:spPr/>
    </dgm:pt>
    <dgm:pt modelId="{C2FBA029-2486-48B9-9635-83807D3D3E7B}" type="pres">
      <dgm:prSet presAssocID="{7731AE77-7697-4470-BF84-3393BE5D4F00}" presName="wedge3Tx" presStyleLbl="node1" presStyleIdx="2" presStyleCnt="7">
        <dgm:presLayoutVars>
          <dgm:chMax val="0"/>
          <dgm:chPref val="0"/>
          <dgm:bulletEnabled val="1"/>
        </dgm:presLayoutVars>
      </dgm:prSet>
      <dgm:spPr/>
    </dgm:pt>
    <dgm:pt modelId="{DAB6B0C6-8446-4B61-AF46-02D7F1B71846}" type="pres">
      <dgm:prSet presAssocID="{7731AE77-7697-4470-BF84-3393BE5D4F00}" presName="wedge4" presStyleLbl="node1" presStyleIdx="3" presStyleCnt="7" custScaleX="110000" custScaleY="110000"/>
      <dgm:spPr/>
    </dgm:pt>
    <dgm:pt modelId="{09C20AF6-B4CD-43AA-B5E6-CFA716A91342}" type="pres">
      <dgm:prSet presAssocID="{7731AE77-7697-4470-BF84-3393BE5D4F00}" presName="wedge4Tx" presStyleLbl="node1" presStyleIdx="3" presStyleCnt="7">
        <dgm:presLayoutVars>
          <dgm:chMax val="0"/>
          <dgm:chPref val="0"/>
          <dgm:bulletEnabled val="1"/>
        </dgm:presLayoutVars>
      </dgm:prSet>
      <dgm:spPr/>
    </dgm:pt>
    <dgm:pt modelId="{EBE4D79D-A6AA-4D96-83A4-41CDE3B89D8C}" type="pres">
      <dgm:prSet presAssocID="{7731AE77-7697-4470-BF84-3393BE5D4F00}" presName="wedge5" presStyleLbl="node1" presStyleIdx="4" presStyleCnt="7" custScaleX="110000" custScaleY="110000"/>
      <dgm:spPr/>
    </dgm:pt>
    <dgm:pt modelId="{5D77A216-A981-406F-B570-435D3B6ED769}" type="pres">
      <dgm:prSet presAssocID="{7731AE77-7697-4470-BF84-3393BE5D4F00}" presName="wedge5Tx" presStyleLbl="node1" presStyleIdx="4" presStyleCnt="7">
        <dgm:presLayoutVars>
          <dgm:chMax val="0"/>
          <dgm:chPref val="0"/>
          <dgm:bulletEnabled val="1"/>
        </dgm:presLayoutVars>
      </dgm:prSet>
      <dgm:spPr/>
    </dgm:pt>
    <dgm:pt modelId="{8F98EF9A-F728-4E58-BFFA-0DBBDAB4C28B}" type="pres">
      <dgm:prSet presAssocID="{7731AE77-7697-4470-BF84-3393BE5D4F00}" presName="wedge6" presStyleLbl="node1" presStyleIdx="5" presStyleCnt="7" custScaleX="110000" custScaleY="110000"/>
      <dgm:spPr/>
    </dgm:pt>
    <dgm:pt modelId="{5EA2C7DC-6262-4DD1-A1B7-A446C78B9256}" type="pres">
      <dgm:prSet presAssocID="{7731AE77-7697-4470-BF84-3393BE5D4F00}" presName="wedge6Tx" presStyleLbl="node1" presStyleIdx="5" presStyleCnt="7">
        <dgm:presLayoutVars>
          <dgm:chMax val="0"/>
          <dgm:chPref val="0"/>
          <dgm:bulletEnabled val="1"/>
        </dgm:presLayoutVars>
      </dgm:prSet>
      <dgm:spPr/>
    </dgm:pt>
    <dgm:pt modelId="{0CD90342-7C72-4E79-81AC-007B3E3E383A}" type="pres">
      <dgm:prSet presAssocID="{7731AE77-7697-4470-BF84-3393BE5D4F00}" presName="wedge7" presStyleLbl="node1" presStyleIdx="6" presStyleCnt="7" custScaleX="110000" custScaleY="110000"/>
      <dgm:spPr/>
    </dgm:pt>
    <dgm:pt modelId="{B017A645-0228-42E5-980E-B0D82FB4BF7D}" type="pres">
      <dgm:prSet presAssocID="{7731AE77-7697-4470-BF84-3393BE5D4F00}" presName="wedge7Tx" presStyleLbl="node1" presStyleIdx="6" presStyleCnt="7">
        <dgm:presLayoutVars>
          <dgm:chMax val="0"/>
          <dgm:chPref val="0"/>
          <dgm:bulletEnabled val="1"/>
        </dgm:presLayoutVars>
      </dgm:prSet>
      <dgm:spPr/>
    </dgm:pt>
  </dgm:ptLst>
  <dgm:cxnLst>
    <dgm:cxn modelId="{12EBC10B-8074-45EC-B7C6-EADDD8F468AD}" srcId="{7731AE77-7697-4470-BF84-3393BE5D4F00}" destId="{3984D15C-27A9-4086-9C94-69F735E1EB76}" srcOrd="5" destOrd="0" parTransId="{04DC3BB2-2C52-43D8-9B4D-F5D689CD492C}" sibTransId="{B791BF3F-B0CD-43FD-8F35-7B185F5410D7}"/>
    <dgm:cxn modelId="{8785570F-0662-40F7-AF14-9F4B67D522D7}" type="presOf" srcId="{E3519D07-D274-40F4-93F2-EE88815A2DCE}" destId="{EBE4D79D-A6AA-4D96-83A4-41CDE3B89D8C}" srcOrd="0" destOrd="0" presId="urn:microsoft.com/office/officeart/2005/8/layout/chart3"/>
    <dgm:cxn modelId="{63EF451F-D3B2-4325-8F77-DF58E8CAE1BA}" srcId="{7731AE77-7697-4470-BF84-3393BE5D4F00}" destId="{1909CEDC-CE1D-41E3-9F87-FEF94125281C}" srcOrd="0" destOrd="0" parTransId="{FDB9D1B3-6684-4EED-805E-97CE1570BD42}" sibTransId="{090A8A95-1C96-44BC-9D3E-760B971FAD0F}"/>
    <dgm:cxn modelId="{68FD3F29-FA44-4D39-812F-2899C9CC8D4C}" type="presOf" srcId="{A9A9974E-CDD0-4E79-AF69-BA7AD3AB7C1C}" destId="{09C20AF6-B4CD-43AA-B5E6-CFA716A91342}" srcOrd="1" destOrd="0" presId="urn:microsoft.com/office/officeart/2005/8/layout/chart3"/>
    <dgm:cxn modelId="{5D31DE32-3D6B-45B5-8DA3-A09226C9E324}" type="presOf" srcId="{1909CEDC-CE1D-41E3-9F87-FEF94125281C}" destId="{1E0DC8C4-867F-4DCA-8D62-A09478722545}" srcOrd="1" destOrd="0" presId="urn:microsoft.com/office/officeart/2005/8/layout/chart3"/>
    <dgm:cxn modelId="{E8A42F37-85FE-44D9-8C15-A3C03788BC6D}" type="presOf" srcId="{EEEBBCB8-F978-42FF-8B6B-FD8CCB9B9E67}" destId="{B017A645-0228-42E5-980E-B0D82FB4BF7D}" srcOrd="1" destOrd="0" presId="urn:microsoft.com/office/officeart/2005/8/layout/chart3"/>
    <dgm:cxn modelId="{06CD3545-1DC1-458B-9021-D91F6C98892B}" srcId="{7731AE77-7697-4470-BF84-3393BE5D4F00}" destId="{EEEBBCB8-F978-42FF-8B6B-FD8CCB9B9E67}" srcOrd="6" destOrd="0" parTransId="{A9239D79-8E76-4667-B628-43BF058CC71F}" sibTransId="{7947DCD8-A505-49F8-97FB-4C83C7678ECD}"/>
    <dgm:cxn modelId="{640EF467-E3D6-435A-95E1-B99F6941B3AA}" type="presOf" srcId="{E3519D07-D274-40F4-93F2-EE88815A2DCE}" destId="{5D77A216-A981-406F-B570-435D3B6ED769}" srcOrd="1" destOrd="0" presId="urn:microsoft.com/office/officeart/2005/8/layout/chart3"/>
    <dgm:cxn modelId="{1EBD336C-A86E-4F30-A2A9-BDEC24C227C4}" srcId="{7731AE77-7697-4470-BF84-3393BE5D4F00}" destId="{849150F7-C84B-4EB4-8B2F-53E186DD1500}" srcOrd="2" destOrd="0" parTransId="{BE2EE9B3-0F64-4B7C-AC0D-6F1DD2D8CBDB}" sibTransId="{6C5DEDC5-76FE-4B47-BB29-770A35165553}"/>
    <dgm:cxn modelId="{20CBD371-688A-4A59-A18C-53B1551E1397}" type="presOf" srcId="{849150F7-C84B-4EB4-8B2F-53E186DD1500}" destId="{A423C02A-6489-44B2-8F3B-858FA290A7A8}" srcOrd="0" destOrd="0" presId="urn:microsoft.com/office/officeart/2005/8/layout/chart3"/>
    <dgm:cxn modelId="{443B1952-5EF0-46F7-9C51-43C800C2F9F2}" srcId="{7731AE77-7697-4470-BF84-3393BE5D4F00}" destId="{A9A9974E-CDD0-4E79-AF69-BA7AD3AB7C1C}" srcOrd="3" destOrd="0" parTransId="{9B67E3E7-56A0-449B-BC77-B3B33AC641E8}" sibTransId="{2A0008C4-8DBF-4DAA-8757-B6D59D94FFA1}"/>
    <dgm:cxn modelId="{4694E89E-CEEF-4132-AF0C-86200D8C03BA}" type="presOf" srcId="{A9A9974E-CDD0-4E79-AF69-BA7AD3AB7C1C}" destId="{DAB6B0C6-8446-4B61-AF46-02D7F1B71846}" srcOrd="0" destOrd="0" presId="urn:microsoft.com/office/officeart/2005/8/layout/chart3"/>
    <dgm:cxn modelId="{A8DDA6A0-C83D-49A1-9B33-AB1BC81BE96E}" type="presOf" srcId="{849150F7-C84B-4EB4-8B2F-53E186DD1500}" destId="{C2FBA029-2486-48B9-9635-83807D3D3E7B}" srcOrd="1" destOrd="0" presId="urn:microsoft.com/office/officeart/2005/8/layout/chart3"/>
    <dgm:cxn modelId="{265544A1-60EF-40E6-8CEC-19806A805D09}" srcId="{7731AE77-7697-4470-BF84-3393BE5D4F00}" destId="{E3519D07-D274-40F4-93F2-EE88815A2DCE}" srcOrd="4" destOrd="0" parTransId="{F3230ECB-E49B-4184-94DE-98F2AED9285F}" sibTransId="{729B2E35-8C1B-4C2B-ACC0-59F9CBFE495D}"/>
    <dgm:cxn modelId="{16E8CEAC-A6B5-4C26-B7F2-966D248644A7}" type="presOf" srcId="{860C1F7C-441F-4E4C-B0C0-40ACBF1EFE97}" destId="{29E12E25-F762-4B15-9671-D24F13C91E06}" srcOrd="0" destOrd="0" presId="urn:microsoft.com/office/officeart/2005/8/layout/chart3"/>
    <dgm:cxn modelId="{6976E2BB-A50F-464B-93BC-6AE250A24860}" type="presOf" srcId="{1909CEDC-CE1D-41E3-9F87-FEF94125281C}" destId="{7978E60A-4B07-4208-BE1B-F9AA5D99E597}" srcOrd="0" destOrd="0" presId="urn:microsoft.com/office/officeart/2005/8/layout/chart3"/>
    <dgm:cxn modelId="{B3CE42C1-628B-4D35-820A-5880E6401931}" type="presOf" srcId="{7731AE77-7697-4470-BF84-3393BE5D4F00}" destId="{49A8929D-481B-4AFC-B0C1-DAD50B41E20B}" srcOrd="0" destOrd="0" presId="urn:microsoft.com/office/officeart/2005/8/layout/chart3"/>
    <dgm:cxn modelId="{7D2401C2-9981-4A85-8FF5-D6CDFAF381C9}" type="presOf" srcId="{860C1F7C-441F-4E4C-B0C0-40ACBF1EFE97}" destId="{C3E3AB3D-439B-425C-A742-29F9122B1F70}" srcOrd="1" destOrd="0" presId="urn:microsoft.com/office/officeart/2005/8/layout/chart3"/>
    <dgm:cxn modelId="{48492AC4-0F43-4477-A2CF-3CA82E37A9D6}" type="presOf" srcId="{3984D15C-27A9-4086-9C94-69F735E1EB76}" destId="{8F98EF9A-F728-4E58-BFFA-0DBBDAB4C28B}" srcOrd="0" destOrd="0" presId="urn:microsoft.com/office/officeart/2005/8/layout/chart3"/>
    <dgm:cxn modelId="{AEE6BCC8-3130-4E3B-8096-22EDD57C9522}" type="presOf" srcId="{EEEBBCB8-F978-42FF-8B6B-FD8CCB9B9E67}" destId="{0CD90342-7C72-4E79-81AC-007B3E3E383A}" srcOrd="0" destOrd="0" presId="urn:microsoft.com/office/officeart/2005/8/layout/chart3"/>
    <dgm:cxn modelId="{4CF8D9C8-E31B-4077-82C6-1937CA769B9D}" srcId="{7731AE77-7697-4470-BF84-3393BE5D4F00}" destId="{860C1F7C-441F-4E4C-B0C0-40ACBF1EFE97}" srcOrd="1" destOrd="0" parTransId="{7D4C53B8-9134-4A47-B90B-6FB71D285E1E}" sibTransId="{31DEC722-F2C8-4882-9184-0B63B85084C3}"/>
    <dgm:cxn modelId="{3875D9FB-772A-4906-ADBA-B80DB4090D91}" type="presOf" srcId="{3984D15C-27A9-4086-9C94-69F735E1EB76}" destId="{5EA2C7DC-6262-4DD1-A1B7-A446C78B9256}" srcOrd="1" destOrd="0" presId="urn:microsoft.com/office/officeart/2005/8/layout/chart3"/>
    <dgm:cxn modelId="{D8DE6F2B-80D1-430E-8C25-BDC0832B34B4}" type="presParOf" srcId="{49A8929D-481B-4AFC-B0C1-DAD50B41E20B}" destId="{7978E60A-4B07-4208-BE1B-F9AA5D99E597}" srcOrd="0" destOrd="0" presId="urn:microsoft.com/office/officeart/2005/8/layout/chart3"/>
    <dgm:cxn modelId="{F0E8F713-CE3D-4A69-8BD8-7D5B1A9EFBDB}" type="presParOf" srcId="{49A8929D-481B-4AFC-B0C1-DAD50B41E20B}" destId="{1E0DC8C4-867F-4DCA-8D62-A09478722545}" srcOrd="1" destOrd="0" presId="urn:microsoft.com/office/officeart/2005/8/layout/chart3"/>
    <dgm:cxn modelId="{1276B1B7-82E1-41A3-8E82-42E572B43503}" type="presParOf" srcId="{49A8929D-481B-4AFC-B0C1-DAD50B41E20B}" destId="{29E12E25-F762-4B15-9671-D24F13C91E06}" srcOrd="2" destOrd="0" presId="urn:microsoft.com/office/officeart/2005/8/layout/chart3"/>
    <dgm:cxn modelId="{B322AA79-A0FE-48F7-BB24-9C5C213A5B7C}" type="presParOf" srcId="{49A8929D-481B-4AFC-B0C1-DAD50B41E20B}" destId="{C3E3AB3D-439B-425C-A742-29F9122B1F70}" srcOrd="3" destOrd="0" presId="urn:microsoft.com/office/officeart/2005/8/layout/chart3"/>
    <dgm:cxn modelId="{07F96749-9F49-43D1-86A1-C17D13558856}" type="presParOf" srcId="{49A8929D-481B-4AFC-B0C1-DAD50B41E20B}" destId="{A423C02A-6489-44B2-8F3B-858FA290A7A8}" srcOrd="4" destOrd="0" presId="urn:microsoft.com/office/officeart/2005/8/layout/chart3"/>
    <dgm:cxn modelId="{A28F53C1-EC8D-42FD-A7E4-2E29BB4E0630}" type="presParOf" srcId="{49A8929D-481B-4AFC-B0C1-DAD50B41E20B}" destId="{C2FBA029-2486-48B9-9635-83807D3D3E7B}" srcOrd="5" destOrd="0" presId="urn:microsoft.com/office/officeart/2005/8/layout/chart3"/>
    <dgm:cxn modelId="{1286BB1C-05C6-4469-A03D-AAE5F5ABE78D}" type="presParOf" srcId="{49A8929D-481B-4AFC-B0C1-DAD50B41E20B}" destId="{DAB6B0C6-8446-4B61-AF46-02D7F1B71846}" srcOrd="6" destOrd="0" presId="urn:microsoft.com/office/officeart/2005/8/layout/chart3"/>
    <dgm:cxn modelId="{F9547206-C988-4379-9D0F-A8F6B918DD6D}" type="presParOf" srcId="{49A8929D-481B-4AFC-B0C1-DAD50B41E20B}" destId="{09C20AF6-B4CD-43AA-B5E6-CFA716A91342}" srcOrd="7" destOrd="0" presId="urn:microsoft.com/office/officeart/2005/8/layout/chart3"/>
    <dgm:cxn modelId="{81B3B2A8-96AD-44A6-A8D9-575096C4F546}" type="presParOf" srcId="{49A8929D-481B-4AFC-B0C1-DAD50B41E20B}" destId="{EBE4D79D-A6AA-4D96-83A4-41CDE3B89D8C}" srcOrd="8" destOrd="0" presId="urn:microsoft.com/office/officeart/2005/8/layout/chart3"/>
    <dgm:cxn modelId="{785A0A9B-C6D2-4FBB-B090-014F8A3CC80C}" type="presParOf" srcId="{49A8929D-481B-4AFC-B0C1-DAD50B41E20B}" destId="{5D77A216-A981-406F-B570-435D3B6ED769}" srcOrd="9" destOrd="0" presId="urn:microsoft.com/office/officeart/2005/8/layout/chart3"/>
    <dgm:cxn modelId="{315AA7BD-DD71-4F91-ADCD-FA9BDE5C4F67}" type="presParOf" srcId="{49A8929D-481B-4AFC-B0C1-DAD50B41E20B}" destId="{8F98EF9A-F728-4E58-BFFA-0DBBDAB4C28B}" srcOrd="10" destOrd="0" presId="urn:microsoft.com/office/officeart/2005/8/layout/chart3"/>
    <dgm:cxn modelId="{18B98EFA-8E89-4966-B703-AC8FEE1EF07B}" type="presParOf" srcId="{49A8929D-481B-4AFC-B0C1-DAD50B41E20B}" destId="{5EA2C7DC-6262-4DD1-A1B7-A446C78B9256}" srcOrd="11" destOrd="0" presId="urn:microsoft.com/office/officeart/2005/8/layout/chart3"/>
    <dgm:cxn modelId="{DD1061C9-937F-4572-9748-36BA59E1CCFB}" type="presParOf" srcId="{49A8929D-481B-4AFC-B0C1-DAD50B41E20B}" destId="{0CD90342-7C72-4E79-81AC-007B3E3E383A}" srcOrd="12" destOrd="0" presId="urn:microsoft.com/office/officeart/2005/8/layout/chart3"/>
    <dgm:cxn modelId="{0AACC730-A95B-49C8-AA62-AF9E5DDE0E9B}" type="presParOf" srcId="{49A8929D-481B-4AFC-B0C1-DAD50B41E20B}" destId="{B017A645-0228-42E5-980E-B0D82FB4BF7D}" srcOrd="13" destOrd="0" presId="urn:microsoft.com/office/officeart/2005/8/layout/char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844F7EB-44B4-4D78-A8C4-3523C29809D1}" type="doc">
      <dgm:prSet loTypeId="urn:microsoft.com/office/officeart/2018/2/layout/IconCircleList" loCatId="icon" qsTypeId="urn:microsoft.com/office/officeart/2005/8/quickstyle/simple1" qsCatId="simple" csTypeId="urn:microsoft.com/office/officeart/2005/8/colors/accent2_2" csCatId="accent2" phldr="1"/>
      <dgm:spPr/>
      <dgm:t>
        <a:bodyPr/>
        <a:lstStyle/>
        <a:p>
          <a:endParaRPr lang="en-US"/>
        </a:p>
      </dgm:t>
    </dgm:pt>
    <dgm:pt modelId="{74C4B8D7-518A-4AAF-B94B-0441D7F6D3FD}">
      <dgm:prSet/>
      <dgm:spPr/>
      <dgm:t>
        <a:bodyPr/>
        <a:lstStyle/>
        <a:p>
          <a:pPr>
            <a:lnSpc>
              <a:spcPct val="100000"/>
            </a:lnSpc>
          </a:pPr>
          <a:r>
            <a:rPr lang="fr-FR" b="1" dirty="0" err="1"/>
            <a:t>id_transaction</a:t>
          </a:r>
          <a:r>
            <a:rPr lang="fr-FR" b="1" dirty="0"/>
            <a:t> </a:t>
          </a:r>
          <a:r>
            <a:rPr lang="fr-FR" dirty="0"/>
            <a:t>: identifiant unique de la transaction</a:t>
          </a:r>
          <a:endParaRPr lang="en-US" dirty="0"/>
        </a:p>
      </dgm:t>
    </dgm:pt>
    <dgm:pt modelId="{677D86DD-75B4-4637-A209-D67821D02A17}" type="parTrans" cxnId="{98C2BBF7-F2AF-4A1B-AD00-331BC6F6C9B4}">
      <dgm:prSet/>
      <dgm:spPr/>
      <dgm:t>
        <a:bodyPr/>
        <a:lstStyle/>
        <a:p>
          <a:endParaRPr lang="en-US"/>
        </a:p>
      </dgm:t>
    </dgm:pt>
    <dgm:pt modelId="{75E75C7A-6F34-4CFC-BCA6-71834FB86B9E}" type="sibTrans" cxnId="{98C2BBF7-F2AF-4A1B-AD00-331BC6F6C9B4}">
      <dgm:prSet/>
      <dgm:spPr/>
      <dgm:t>
        <a:bodyPr/>
        <a:lstStyle/>
        <a:p>
          <a:pPr>
            <a:lnSpc>
              <a:spcPct val="100000"/>
            </a:lnSpc>
          </a:pPr>
          <a:endParaRPr lang="en-US"/>
        </a:p>
      </dgm:t>
    </dgm:pt>
    <dgm:pt modelId="{4435F191-AAA9-4905-8653-20C35A4D31EF}">
      <dgm:prSet/>
      <dgm:spPr/>
      <dgm:t>
        <a:bodyPr/>
        <a:lstStyle/>
        <a:p>
          <a:pPr>
            <a:lnSpc>
              <a:spcPct val="100000"/>
            </a:lnSpc>
          </a:pPr>
          <a:r>
            <a:rPr lang="fr-FR" b="1" dirty="0" err="1"/>
            <a:t>date_transaction</a:t>
          </a:r>
          <a:r>
            <a:rPr lang="fr-FR" b="1" dirty="0"/>
            <a:t> </a:t>
          </a:r>
          <a:r>
            <a:rPr lang="fr-FR" dirty="0"/>
            <a:t>: date de réalisation de la transaction</a:t>
          </a:r>
          <a:endParaRPr lang="en-US" dirty="0"/>
        </a:p>
      </dgm:t>
    </dgm:pt>
    <dgm:pt modelId="{20829CF1-EB7C-449B-B661-BECF5CA7A2E8}" type="parTrans" cxnId="{71588A37-FE60-4984-918B-5B18CC189F5E}">
      <dgm:prSet/>
      <dgm:spPr/>
      <dgm:t>
        <a:bodyPr/>
        <a:lstStyle/>
        <a:p>
          <a:endParaRPr lang="en-US"/>
        </a:p>
      </dgm:t>
    </dgm:pt>
    <dgm:pt modelId="{38F0F859-3E2F-4D25-A042-F13F7F0D9678}" type="sibTrans" cxnId="{71588A37-FE60-4984-918B-5B18CC189F5E}">
      <dgm:prSet/>
      <dgm:spPr/>
      <dgm:t>
        <a:bodyPr/>
        <a:lstStyle/>
        <a:p>
          <a:pPr>
            <a:lnSpc>
              <a:spcPct val="100000"/>
            </a:lnSpc>
          </a:pPr>
          <a:endParaRPr lang="en-US"/>
        </a:p>
      </dgm:t>
    </dgm:pt>
    <dgm:pt modelId="{4E750B3F-B5E2-4003-8618-0E65439E90E6}">
      <dgm:prSet/>
      <dgm:spPr/>
      <dgm:t>
        <a:bodyPr/>
        <a:lstStyle/>
        <a:p>
          <a:pPr>
            <a:lnSpc>
              <a:spcPct val="100000"/>
            </a:lnSpc>
          </a:pPr>
          <a:r>
            <a:rPr lang="fr-FR" b="1" dirty="0" err="1"/>
            <a:t>montant_transaction</a:t>
          </a:r>
          <a:r>
            <a:rPr lang="fr-FR" dirty="0"/>
            <a:t> : montant de la transaction</a:t>
          </a:r>
          <a:endParaRPr lang="en-US" dirty="0"/>
        </a:p>
      </dgm:t>
    </dgm:pt>
    <dgm:pt modelId="{927629FB-4346-4953-AF22-DEAA1E14702C}" type="parTrans" cxnId="{D9533182-F057-4300-9370-BA6DA04EF12D}">
      <dgm:prSet/>
      <dgm:spPr/>
      <dgm:t>
        <a:bodyPr/>
        <a:lstStyle/>
        <a:p>
          <a:endParaRPr lang="en-US"/>
        </a:p>
      </dgm:t>
    </dgm:pt>
    <dgm:pt modelId="{23A2EE21-D75B-4098-9BE3-BA8DFD495EDE}" type="sibTrans" cxnId="{D9533182-F057-4300-9370-BA6DA04EF12D}">
      <dgm:prSet/>
      <dgm:spPr/>
      <dgm:t>
        <a:bodyPr/>
        <a:lstStyle/>
        <a:p>
          <a:pPr>
            <a:lnSpc>
              <a:spcPct val="100000"/>
            </a:lnSpc>
          </a:pPr>
          <a:endParaRPr lang="en-US"/>
        </a:p>
      </dgm:t>
    </dgm:pt>
    <dgm:pt modelId="{82715BC5-1F9A-4263-AF60-F39BB9436B7B}">
      <dgm:prSet/>
      <dgm:spPr/>
      <dgm:t>
        <a:bodyPr/>
        <a:lstStyle/>
        <a:p>
          <a:pPr>
            <a:lnSpc>
              <a:spcPct val="100000"/>
            </a:lnSpc>
          </a:pPr>
          <a:r>
            <a:rPr lang="fr-FR" b="1" dirty="0" err="1"/>
            <a:t>id_bien</a:t>
          </a:r>
          <a:r>
            <a:rPr lang="fr-FR" b="1" dirty="0"/>
            <a:t> </a:t>
          </a:r>
          <a:r>
            <a:rPr lang="fr-FR" dirty="0"/>
            <a:t>: identifiant du bien concerné par la transaction</a:t>
          </a:r>
          <a:endParaRPr lang="en-US" dirty="0"/>
        </a:p>
      </dgm:t>
    </dgm:pt>
    <dgm:pt modelId="{22935AFE-0CB9-43EB-BCBD-3B2EBBF1658A}" type="parTrans" cxnId="{32CA4B62-C45A-40D3-9D28-42F0844A8DCB}">
      <dgm:prSet/>
      <dgm:spPr/>
      <dgm:t>
        <a:bodyPr/>
        <a:lstStyle/>
        <a:p>
          <a:endParaRPr lang="en-US"/>
        </a:p>
      </dgm:t>
    </dgm:pt>
    <dgm:pt modelId="{F5097DB0-6960-4806-B1F7-65A739097366}" type="sibTrans" cxnId="{32CA4B62-C45A-40D3-9D28-42F0844A8DCB}">
      <dgm:prSet/>
      <dgm:spPr/>
      <dgm:t>
        <a:bodyPr/>
        <a:lstStyle/>
        <a:p>
          <a:pPr>
            <a:lnSpc>
              <a:spcPct val="100000"/>
            </a:lnSpc>
          </a:pPr>
          <a:endParaRPr lang="en-US"/>
        </a:p>
      </dgm:t>
    </dgm:pt>
    <dgm:pt modelId="{BB7457D6-5618-44AB-9794-C1EF7B6279D9}">
      <dgm:prSet/>
      <dgm:spPr/>
      <dgm:t>
        <a:bodyPr/>
        <a:lstStyle/>
        <a:p>
          <a:pPr>
            <a:lnSpc>
              <a:spcPct val="100000"/>
            </a:lnSpc>
          </a:pPr>
          <a:r>
            <a:rPr lang="fr-FR" b="1" dirty="0" err="1"/>
            <a:t>type_transaction</a:t>
          </a:r>
          <a:r>
            <a:rPr lang="fr-FR" b="1" dirty="0"/>
            <a:t> </a:t>
          </a:r>
          <a:r>
            <a:rPr lang="fr-FR" dirty="0"/>
            <a:t>: nature de la transaction (vente, échange, etc.)</a:t>
          </a:r>
          <a:endParaRPr lang="en-US" dirty="0"/>
        </a:p>
      </dgm:t>
    </dgm:pt>
    <dgm:pt modelId="{A3787588-EC3C-4184-B522-7AEA1098CF00}" type="parTrans" cxnId="{2B980743-ED74-445B-88B9-F2C1045D5CF1}">
      <dgm:prSet/>
      <dgm:spPr/>
      <dgm:t>
        <a:bodyPr/>
        <a:lstStyle/>
        <a:p>
          <a:endParaRPr lang="en-US"/>
        </a:p>
      </dgm:t>
    </dgm:pt>
    <dgm:pt modelId="{965DFCB9-C8C3-433A-BD2F-D61A739F9BEE}" type="sibTrans" cxnId="{2B980743-ED74-445B-88B9-F2C1045D5CF1}">
      <dgm:prSet/>
      <dgm:spPr/>
      <dgm:t>
        <a:bodyPr/>
        <a:lstStyle/>
        <a:p>
          <a:endParaRPr lang="en-US"/>
        </a:p>
      </dgm:t>
    </dgm:pt>
    <dgm:pt modelId="{ED23C6EB-5100-42FD-83C7-6F34014639A1}" type="pres">
      <dgm:prSet presAssocID="{7844F7EB-44B4-4D78-A8C4-3523C29809D1}" presName="root" presStyleCnt="0">
        <dgm:presLayoutVars>
          <dgm:dir/>
          <dgm:resizeHandles val="exact"/>
        </dgm:presLayoutVars>
      </dgm:prSet>
      <dgm:spPr/>
    </dgm:pt>
    <dgm:pt modelId="{6FB7BE32-E381-46AE-9680-CDD660FE022D}" type="pres">
      <dgm:prSet presAssocID="{7844F7EB-44B4-4D78-A8C4-3523C29809D1}" presName="container" presStyleCnt="0">
        <dgm:presLayoutVars>
          <dgm:dir/>
          <dgm:resizeHandles val="exact"/>
        </dgm:presLayoutVars>
      </dgm:prSet>
      <dgm:spPr/>
    </dgm:pt>
    <dgm:pt modelId="{4D4EFD5D-B9FB-41F7-9E55-E9BBA055A44F}" type="pres">
      <dgm:prSet presAssocID="{74C4B8D7-518A-4AAF-B94B-0441D7F6D3FD}" presName="compNode" presStyleCnt="0"/>
      <dgm:spPr/>
    </dgm:pt>
    <dgm:pt modelId="{191CF358-8AC9-42CE-81C1-99A5831CBCBD}" type="pres">
      <dgm:prSet presAssocID="{74C4B8D7-518A-4AAF-B94B-0441D7F6D3FD}" presName="iconBgRect" presStyleLbl="bgShp" presStyleIdx="0" presStyleCnt="5"/>
      <dgm:spPr/>
    </dgm:pt>
    <dgm:pt modelId="{01C100DF-F9BF-418B-9E51-3C5B9AA042D5}" type="pres">
      <dgm:prSet presAssocID="{74C4B8D7-518A-4AAF-B94B-0441D7F6D3FD}"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mployee Badge"/>
        </a:ext>
      </dgm:extLst>
    </dgm:pt>
    <dgm:pt modelId="{608990F9-CBA3-4C53-924F-633048332716}" type="pres">
      <dgm:prSet presAssocID="{74C4B8D7-518A-4AAF-B94B-0441D7F6D3FD}" presName="spaceRect" presStyleCnt="0"/>
      <dgm:spPr/>
    </dgm:pt>
    <dgm:pt modelId="{3F85FFCC-0DD3-4D44-BC01-8D2A49CB0618}" type="pres">
      <dgm:prSet presAssocID="{74C4B8D7-518A-4AAF-B94B-0441D7F6D3FD}" presName="textRect" presStyleLbl="revTx" presStyleIdx="0" presStyleCnt="5">
        <dgm:presLayoutVars>
          <dgm:chMax val="1"/>
          <dgm:chPref val="1"/>
        </dgm:presLayoutVars>
      </dgm:prSet>
      <dgm:spPr/>
    </dgm:pt>
    <dgm:pt modelId="{47CD2D99-98EB-4351-A91E-DECBEA8E70E6}" type="pres">
      <dgm:prSet presAssocID="{75E75C7A-6F34-4CFC-BCA6-71834FB86B9E}" presName="sibTrans" presStyleLbl="sibTrans2D1" presStyleIdx="0" presStyleCnt="0"/>
      <dgm:spPr/>
    </dgm:pt>
    <dgm:pt modelId="{798A5D4F-AB8B-4192-899B-13808CD3A1FC}" type="pres">
      <dgm:prSet presAssocID="{4435F191-AAA9-4905-8653-20C35A4D31EF}" presName="compNode" presStyleCnt="0"/>
      <dgm:spPr/>
    </dgm:pt>
    <dgm:pt modelId="{895F7A1A-CBD9-43D4-AD0F-09BB43D3CBE8}" type="pres">
      <dgm:prSet presAssocID="{4435F191-AAA9-4905-8653-20C35A4D31EF}" presName="iconBgRect" presStyleLbl="bgShp" presStyleIdx="1" presStyleCnt="5"/>
      <dgm:spPr/>
    </dgm:pt>
    <dgm:pt modelId="{C19A736C-140C-4C29-91FA-EC0136CBCF53}" type="pres">
      <dgm:prSet presAssocID="{4435F191-AAA9-4905-8653-20C35A4D31EF}"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ip Calendar"/>
        </a:ext>
      </dgm:extLst>
    </dgm:pt>
    <dgm:pt modelId="{DA33CEE1-438D-4CF7-99F3-D4FF6AC7994B}" type="pres">
      <dgm:prSet presAssocID="{4435F191-AAA9-4905-8653-20C35A4D31EF}" presName="spaceRect" presStyleCnt="0"/>
      <dgm:spPr/>
    </dgm:pt>
    <dgm:pt modelId="{FDD4ABB7-9372-4E1F-A312-76FD0432C831}" type="pres">
      <dgm:prSet presAssocID="{4435F191-AAA9-4905-8653-20C35A4D31EF}" presName="textRect" presStyleLbl="revTx" presStyleIdx="1" presStyleCnt="5">
        <dgm:presLayoutVars>
          <dgm:chMax val="1"/>
          <dgm:chPref val="1"/>
        </dgm:presLayoutVars>
      </dgm:prSet>
      <dgm:spPr/>
    </dgm:pt>
    <dgm:pt modelId="{84E9C9B8-7D34-4596-8FC7-700E383306A8}" type="pres">
      <dgm:prSet presAssocID="{38F0F859-3E2F-4D25-A042-F13F7F0D9678}" presName="sibTrans" presStyleLbl="sibTrans2D1" presStyleIdx="0" presStyleCnt="0"/>
      <dgm:spPr/>
    </dgm:pt>
    <dgm:pt modelId="{5305BD55-E0A2-4297-8FBC-B823B44E8F0E}" type="pres">
      <dgm:prSet presAssocID="{4E750B3F-B5E2-4003-8618-0E65439E90E6}" presName="compNode" presStyleCnt="0"/>
      <dgm:spPr/>
    </dgm:pt>
    <dgm:pt modelId="{715A0AB1-4B3D-4CC4-B309-87254BA4F48C}" type="pres">
      <dgm:prSet presAssocID="{4E750B3F-B5E2-4003-8618-0E65439E90E6}" presName="iconBgRect" presStyleLbl="bgShp" presStyleIdx="2" presStyleCnt="5"/>
      <dgm:spPr/>
    </dgm:pt>
    <dgm:pt modelId="{4A364FEE-9847-4D11-B21C-0B86A52C0F46}" type="pres">
      <dgm:prSet presAssocID="{4E750B3F-B5E2-4003-8618-0E65439E90E6}" presName="iconRect" presStyleLbl="node1" presStyleIdx="2" presStyleCnt="5"/>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Euro avec un remplissage uni"/>
        </a:ext>
      </dgm:extLst>
    </dgm:pt>
    <dgm:pt modelId="{9F6C32AD-BE90-4532-AAF6-C69DCECEC6DD}" type="pres">
      <dgm:prSet presAssocID="{4E750B3F-B5E2-4003-8618-0E65439E90E6}" presName="spaceRect" presStyleCnt="0"/>
      <dgm:spPr/>
    </dgm:pt>
    <dgm:pt modelId="{98C46154-519A-4B3B-A09C-4796114C31A5}" type="pres">
      <dgm:prSet presAssocID="{4E750B3F-B5E2-4003-8618-0E65439E90E6}" presName="textRect" presStyleLbl="revTx" presStyleIdx="2" presStyleCnt="5">
        <dgm:presLayoutVars>
          <dgm:chMax val="1"/>
          <dgm:chPref val="1"/>
        </dgm:presLayoutVars>
      </dgm:prSet>
      <dgm:spPr/>
    </dgm:pt>
    <dgm:pt modelId="{24C5692A-D3C2-4AC6-85D1-E24E11FFD3A4}" type="pres">
      <dgm:prSet presAssocID="{23A2EE21-D75B-4098-9BE3-BA8DFD495EDE}" presName="sibTrans" presStyleLbl="sibTrans2D1" presStyleIdx="0" presStyleCnt="0"/>
      <dgm:spPr/>
    </dgm:pt>
    <dgm:pt modelId="{FCC4BEE3-FF94-4ABC-B2D5-7AFA1CD42B0E}" type="pres">
      <dgm:prSet presAssocID="{82715BC5-1F9A-4263-AF60-F39BB9436B7B}" presName="compNode" presStyleCnt="0"/>
      <dgm:spPr/>
    </dgm:pt>
    <dgm:pt modelId="{A2CF58E3-3125-4673-A003-A3FD129DEE9B}" type="pres">
      <dgm:prSet presAssocID="{82715BC5-1F9A-4263-AF60-F39BB9436B7B}" presName="iconBgRect" presStyleLbl="bgShp" presStyleIdx="3" presStyleCnt="5"/>
      <dgm:spPr/>
    </dgm:pt>
    <dgm:pt modelId="{45877A81-E6DB-45A0-B993-461E553EEEB0}" type="pres">
      <dgm:prSet presAssocID="{82715BC5-1F9A-4263-AF60-F39BB9436B7B}"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ode-barres"/>
        </a:ext>
      </dgm:extLst>
    </dgm:pt>
    <dgm:pt modelId="{0B257254-64EB-49C8-9FDC-176E5448D3CB}" type="pres">
      <dgm:prSet presAssocID="{82715BC5-1F9A-4263-AF60-F39BB9436B7B}" presName="spaceRect" presStyleCnt="0"/>
      <dgm:spPr/>
    </dgm:pt>
    <dgm:pt modelId="{DC54996C-080C-4CDB-BD82-211DDD4DA1F7}" type="pres">
      <dgm:prSet presAssocID="{82715BC5-1F9A-4263-AF60-F39BB9436B7B}" presName="textRect" presStyleLbl="revTx" presStyleIdx="3" presStyleCnt="5">
        <dgm:presLayoutVars>
          <dgm:chMax val="1"/>
          <dgm:chPref val="1"/>
        </dgm:presLayoutVars>
      </dgm:prSet>
      <dgm:spPr/>
    </dgm:pt>
    <dgm:pt modelId="{54707559-16CA-485E-B1B1-03587CD79E98}" type="pres">
      <dgm:prSet presAssocID="{F5097DB0-6960-4806-B1F7-65A739097366}" presName="sibTrans" presStyleLbl="sibTrans2D1" presStyleIdx="0" presStyleCnt="0"/>
      <dgm:spPr/>
    </dgm:pt>
    <dgm:pt modelId="{8ACEB2F1-6557-41FE-8F02-8BC76B60A8CB}" type="pres">
      <dgm:prSet presAssocID="{BB7457D6-5618-44AB-9794-C1EF7B6279D9}" presName="compNode" presStyleCnt="0"/>
      <dgm:spPr/>
    </dgm:pt>
    <dgm:pt modelId="{342A8BEC-119D-4BFE-B159-B205E14F32EE}" type="pres">
      <dgm:prSet presAssocID="{BB7457D6-5618-44AB-9794-C1EF7B6279D9}" presName="iconBgRect" presStyleLbl="bgShp" presStyleIdx="4" presStyleCnt="5"/>
      <dgm:spPr/>
    </dgm:pt>
    <dgm:pt modelId="{26F122FB-58B1-494A-AB13-685B9096C62F}" type="pres">
      <dgm:prSet presAssocID="{BB7457D6-5618-44AB-9794-C1EF7B6279D9}"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ank Check"/>
        </a:ext>
      </dgm:extLst>
    </dgm:pt>
    <dgm:pt modelId="{505CC8F8-02C0-4C5C-8153-CAC1B4A1C512}" type="pres">
      <dgm:prSet presAssocID="{BB7457D6-5618-44AB-9794-C1EF7B6279D9}" presName="spaceRect" presStyleCnt="0"/>
      <dgm:spPr/>
    </dgm:pt>
    <dgm:pt modelId="{A10AE512-EC9F-4944-8CDE-B013AA6F70F6}" type="pres">
      <dgm:prSet presAssocID="{BB7457D6-5618-44AB-9794-C1EF7B6279D9}" presName="textRect" presStyleLbl="revTx" presStyleIdx="4" presStyleCnt="5">
        <dgm:presLayoutVars>
          <dgm:chMax val="1"/>
          <dgm:chPref val="1"/>
        </dgm:presLayoutVars>
      </dgm:prSet>
      <dgm:spPr/>
    </dgm:pt>
  </dgm:ptLst>
  <dgm:cxnLst>
    <dgm:cxn modelId="{0FE8B22A-7435-42E2-9162-A74B1BC0F217}" type="presOf" srcId="{75E75C7A-6F34-4CFC-BCA6-71834FB86B9E}" destId="{47CD2D99-98EB-4351-A91E-DECBEA8E70E6}" srcOrd="0" destOrd="0" presId="urn:microsoft.com/office/officeart/2018/2/layout/IconCircleList"/>
    <dgm:cxn modelId="{71588A37-FE60-4984-918B-5B18CC189F5E}" srcId="{7844F7EB-44B4-4D78-A8C4-3523C29809D1}" destId="{4435F191-AAA9-4905-8653-20C35A4D31EF}" srcOrd="1" destOrd="0" parTransId="{20829CF1-EB7C-449B-B661-BECF5CA7A2E8}" sibTransId="{38F0F859-3E2F-4D25-A042-F13F7F0D9678}"/>
    <dgm:cxn modelId="{32CA4B62-C45A-40D3-9D28-42F0844A8DCB}" srcId="{7844F7EB-44B4-4D78-A8C4-3523C29809D1}" destId="{82715BC5-1F9A-4263-AF60-F39BB9436B7B}" srcOrd="3" destOrd="0" parTransId="{22935AFE-0CB9-43EB-BCBD-3B2EBBF1658A}" sibTransId="{F5097DB0-6960-4806-B1F7-65A739097366}"/>
    <dgm:cxn modelId="{2B980743-ED74-445B-88B9-F2C1045D5CF1}" srcId="{7844F7EB-44B4-4D78-A8C4-3523C29809D1}" destId="{BB7457D6-5618-44AB-9794-C1EF7B6279D9}" srcOrd="4" destOrd="0" parTransId="{A3787588-EC3C-4184-B522-7AEA1098CF00}" sibTransId="{965DFCB9-C8C3-433A-BD2F-D61A739F9BEE}"/>
    <dgm:cxn modelId="{CEFEA751-55E8-4C89-8DB1-C24B2BD694F7}" type="presOf" srcId="{4E750B3F-B5E2-4003-8618-0E65439E90E6}" destId="{98C46154-519A-4B3B-A09C-4796114C31A5}" srcOrd="0" destOrd="0" presId="urn:microsoft.com/office/officeart/2018/2/layout/IconCircleList"/>
    <dgm:cxn modelId="{D9533182-F057-4300-9370-BA6DA04EF12D}" srcId="{7844F7EB-44B4-4D78-A8C4-3523C29809D1}" destId="{4E750B3F-B5E2-4003-8618-0E65439E90E6}" srcOrd="2" destOrd="0" parTransId="{927629FB-4346-4953-AF22-DEAA1E14702C}" sibTransId="{23A2EE21-D75B-4098-9BE3-BA8DFD495EDE}"/>
    <dgm:cxn modelId="{631B5B89-62FC-4DFC-B7CF-6F28D49EFB93}" type="presOf" srcId="{F5097DB0-6960-4806-B1F7-65A739097366}" destId="{54707559-16CA-485E-B1B1-03587CD79E98}" srcOrd="0" destOrd="0" presId="urn:microsoft.com/office/officeart/2018/2/layout/IconCircleList"/>
    <dgm:cxn modelId="{9DEE669F-08A0-433E-A3F8-A958E62AAEFB}" type="presOf" srcId="{23A2EE21-D75B-4098-9BE3-BA8DFD495EDE}" destId="{24C5692A-D3C2-4AC6-85D1-E24E11FFD3A4}" srcOrd="0" destOrd="0" presId="urn:microsoft.com/office/officeart/2018/2/layout/IconCircleList"/>
    <dgm:cxn modelId="{5BF0AFA1-FB4C-417A-BEEC-47BA531F2522}" type="presOf" srcId="{74C4B8D7-518A-4AAF-B94B-0441D7F6D3FD}" destId="{3F85FFCC-0DD3-4D44-BC01-8D2A49CB0618}" srcOrd="0" destOrd="0" presId="urn:microsoft.com/office/officeart/2018/2/layout/IconCircleList"/>
    <dgm:cxn modelId="{BEDD45A2-574E-4A71-89E1-36784F0AB4B1}" type="presOf" srcId="{4435F191-AAA9-4905-8653-20C35A4D31EF}" destId="{FDD4ABB7-9372-4E1F-A312-76FD0432C831}" srcOrd="0" destOrd="0" presId="urn:microsoft.com/office/officeart/2018/2/layout/IconCircleList"/>
    <dgm:cxn modelId="{6BE4EAA6-A155-41AE-AA58-EB77FF8F256C}" type="presOf" srcId="{BB7457D6-5618-44AB-9794-C1EF7B6279D9}" destId="{A10AE512-EC9F-4944-8CDE-B013AA6F70F6}" srcOrd="0" destOrd="0" presId="urn:microsoft.com/office/officeart/2018/2/layout/IconCircleList"/>
    <dgm:cxn modelId="{D6E677B6-426C-44E4-A464-5DF043C52294}" type="presOf" srcId="{7844F7EB-44B4-4D78-A8C4-3523C29809D1}" destId="{ED23C6EB-5100-42FD-83C7-6F34014639A1}" srcOrd="0" destOrd="0" presId="urn:microsoft.com/office/officeart/2018/2/layout/IconCircleList"/>
    <dgm:cxn modelId="{F5D798D8-D9F7-4C0D-96F7-9162E8F0AFE8}" type="presOf" srcId="{38F0F859-3E2F-4D25-A042-F13F7F0D9678}" destId="{84E9C9B8-7D34-4596-8FC7-700E383306A8}" srcOrd="0" destOrd="0" presId="urn:microsoft.com/office/officeart/2018/2/layout/IconCircleList"/>
    <dgm:cxn modelId="{98C2BBF7-F2AF-4A1B-AD00-331BC6F6C9B4}" srcId="{7844F7EB-44B4-4D78-A8C4-3523C29809D1}" destId="{74C4B8D7-518A-4AAF-B94B-0441D7F6D3FD}" srcOrd="0" destOrd="0" parTransId="{677D86DD-75B4-4637-A209-D67821D02A17}" sibTransId="{75E75C7A-6F34-4CFC-BCA6-71834FB86B9E}"/>
    <dgm:cxn modelId="{C60C4EFF-2808-4069-8375-05F439D4263E}" type="presOf" srcId="{82715BC5-1F9A-4263-AF60-F39BB9436B7B}" destId="{DC54996C-080C-4CDB-BD82-211DDD4DA1F7}" srcOrd="0" destOrd="0" presId="urn:microsoft.com/office/officeart/2018/2/layout/IconCircleList"/>
    <dgm:cxn modelId="{7E26DB7B-E473-4732-BCDA-425AC2F31080}" type="presParOf" srcId="{ED23C6EB-5100-42FD-83C7-6F34014639A1}" destId="{6FB7BE32-E381-46AE-9680-CDD660FE022D}" srcOrd="0" destOrd="0" presId="urn:microsoft.com/office/officeart/2018/2/layout/IconCircleList"/>
    <dgm:cxn modelId="{7AEE8B9D-5D6B-4D4D-8C2A-1755B5C4FA5F}" type="presParOf" srcId="{6FB7BE32-E381-46AE-9680-CDD660FE022D}" destId="{4D4EFD5D-B9FB-41F7-9E55-E9BBA055A44F}" srcOrd="0" destOrd="0" presId="urn:microsoft.com/office/officeart/2018/2/layout/IconCircleList"/>
    <dgm:cxn modelId="{622384D2-14C4-4FAB-911D-D39C89F9AFB6}" type="presParOf" srcId="{4D4EFD5D-B9FB-41F7-9E55-E9BBA055A44F}" destId="{191CF358-8AC9-42CE-81C1-99A5831CBCBD}" srcOrd="0" destOrd="0" presId="urn:microsoft.com/office/officeart/2018/2/layout/IconCircleList"/>
    <dgm:cxn modelId="{15EC5C18-021B-4FAE-A393-D206900B1A51}" type="presParOf" srcId="{4D4EFD5D-B9FB-41F7-9E55-E9BBA055A44F}" destId="{01C100DF-F9BF-418B-9E51-3C5B9AA042D5}" srcOrd="1" destOrd="0" presId="urn:microsoft.com/office/officeart/2018/2/layout/IconCircleList"/>
    <dgm:cxn modelId="{FA7A9166-79CE-480A-94F1-BD335CF904B5}" type="presParOf" srcId="{4D4EFD5D-B9FB-41F7-9E55-E9BBA055A44F}" destId="{608990F9-CBA3-4C53-924F-633048332716}" srcOrd="2" destOrd="0" presId="urn:microsoft.com/office/officeart/2018/2/layout/IconCircleList"/>
    <dgm:cxn modelId="{6192F7D8-7243-4023-A3BE-DED7F944B359}" type="presParOf" srcId="{4D4EFD5D-B9FB-41F7-9E55-E9BBA055A44F}" destId="{3F85FFCC-0DD3-4D44-BC01-8D2A49CB0618}" srcOrd="3" destOrd="0" presId="urn:microsoft.com/office/officeart/2018/2/layout/IconCircleList"/>
    <dgm:cxn modelId="{F64FB306-6AE3-497B-AA96-AECD9F3521B2}" type="presParOf" srcId="{6FB7BE32-E381-46AE-9680-CDD660FE022D}" destId="{47CD2D99-98EB-4351-A91E-DECBEA8E70E6}" srcOrd="1" destOrd="0" presId="urn:microsoft.com/office/officeart/2018/2/layout/IconCircleList"/>
    <dgm:cxn modelId="{9F398E71-FD8D-4B9D-A307-127F6FF869BB}" type="presParOf" srcId="{6FB7BE32-E381-46AE-9680-CDD660FE022D}" destId="{798A5D4F-AB8B-4192-899B-13808CD3A1FC}" srcOrd="2" destOrd="0" presId="urn:microsoft.com/office/officeart/2018/2/layout/IconCircleList"/>
    <dgm:cxn modelId="{B61255E9-2E09-47BB-A902-67240BAA5846}" type="presParOf" srcId="{798A5D4F-AB8B-4192-899B-13808CD3A1FC}" destId="{895F7A1A-CBD9-43D4-AD0F-09BB43D3CBE8}" srcOrd="0" destOrd="0" presId="urn:microsoft.com/office/officeart/2018/2/layout/IconCircleList"/>
    <dgm:cxn modelId="{3D337905-386C-4321-9715-E4CA87A49376}" type="presParOf" srcId="{798A5D4F-AB8B-4192-899B-13808CD3A1FC}" destId="{C19A736C-140C-4C29-91FA-EC0136CBCF53}" srcOrd="1" destOrd="0" presId="urn:microsoft.com/office/officeart/2018/2/layout/IconCircleList"/>
    <dgm:cxn modelId="{E05AE238-78A8-4C45-953C-E12420620785}" type="presParOf" srcId="{798A5D4F-AB8B-4192-899B-13808CD3A1FC}" destId="{DA33CEE1-438D-4CF7-99F3-D4FF6AC7994B}" srcOrd="2" destOrd="0" presId="urn:microsoft.com/office/officeart/2018/2/layout/IconCircleList"/>
    <dgm:cxn modelId="{7D9BB2F9-458F-4E86-B357-5678AED39CF2}" type="presParOf" srcId="{798A5D4F-AB8B-4192-899B-13808CD3A1FC}" destId="{FDD4ABB7-9372-4E1F-A312-76FD0432C831}" srcOrd="3" destOrd="0" presId="urn:microsoft.com/office/officeart/2018/2/layout/IconCircleList"/>
    <dgm:cxn modelId="{3F970939-C001-473D-B9C4-89E9AEB5D390}" type="presParOf" srcId="{6FB7BE32-E381-46AE-9680-CDD660FE022D}" destId="{84E9C9B8-7D34-4596-8FC7-700E383306A8}" srcOrd="3" destOrd="0" presId="urn:microsoft.com/office/officeart/2018/2/layout/IconCircleList"/>
    <dgm:cxn modelId="{F7A609B4-174C-4FC5-9A2A-CC652832BCD3}" type="presParOf" srcId="{6FB7BE32-E381-46AE-9680-CDD660FE022D}" destId="{5305BD55-E0A2-4297-8FBC-B823B44E8F0E}" srcOrd="4" destOrd="0" presId="urn:microsoft.com/office/officeart/2018/2/layout/IconCircleList"/>
    <dgm:cxn modelId="{98226283-BE91-4D2A-8EAA-982E191CD813}" type="presParOf" srcId="{5305BD55-E0A2-4297-8FBC-B823B44E8F0E}" destId="{715A0AB1-4B3D-4CC4-B309-87254BA4F48C}" srcOrd="0" destOrd="0" presId="urn:microsoft.com/office/officeart/2018/2/layout/IconCircleList"/>
    <dgm:cxn modelId="{B9EBF039-E291-4E36-83D4-8B3C580C12BD}" type="presParOf" srcId="{5305BD55-E0A2-4297-8FBC-B823B44E8F0E}" destId="{4A364FEE-9847-4D11-B21C-0B86A52C0F46}" srcOrd="1" destOrd="0" presId="urn:microsoft.com/office/officeart/2018/2/layout/IconCircleList"/>
    <dgm:cxn modelId="{3C1C1FAC-46B9-42E3-8116-54C34DF1C3B0}" type="presParOf" srcId="{5305BD55-E0A2-4297-8FBC-B823B44E8F0E}" destId="{9F6C32AD-BE90-4532-AAF6-C69DCECEC6DD}" srcOrd="2" destOrd="0" presId="urn:microsoft.com/office/officeart/2018/2/layout/IconCircleList"/>
    <dgm:cxn modelId="{076CEC68-9B30-468A-B1AD-08442F6D06FA}" type="presParOf" srcId="{5305BD55-E0A2-4297-8FBC-B823B44E8F0E}" destId="{98C46154-519A-4B3B-A09C-4796114C31A5}" srcOrd="3" destOrd="0" presId="urn:microsoft.com/office/officeart/2018/2/layout/IconCircleList"/>
    <dgm:cxn modelId="{BDDD3E19-3801-430F-BC0C-68CA530645E3}" type="presParOf" srcId="{6FB7BE32-E381-46AE-9680-CDD660FE022D}" destId="{24C5692A-D3C2-4AC6-85D1-E24E11FFD3A4}" srcOrd="5" destOrd="0" presId="urn:microsoft.com/office/officeart/2018/2/layout/IconCircleList"/>
    <dgm:cxn modelId="{C06A1BC5-6690-497F-BBA1-2D19933FE696}" type="presParOf" srcId="{6FB7BE32-E381-46AE-9680-CDD660FE022D}" destId="{FCC4BEE3-FF94-4ABC-B2D5-7AFA1CD42B0E}" srcOrd="6" destOrd="0" presId="urn:microsoft.com/office/officeart/2018/2/layout/IconCircleList"/>
    <dgm:cxn modelId="{30AC5684-8193-4B1B-8650-7546A6B91A33}" type="presParOf" srcId="{FCC4BEE3-FF94-4ABC-B2D5-7AFA1CD42B0E}" destId="{A2CF58E3-3125-4673-A003-A3FD129DEE9B}" srcOrd="0" destOrd="0" presId="urn:microsoft.com/office/officeart/2018/2/layout/IconCircleList"/>
    <dgm:cxn modelId="{62918CEE-ADC9-4FC5-8B99-AEC93A9387BE}" type="presParOf" srcId="{FCC4BEE3-FF94-4ABC-B2D5-7AFA1CD42B0E}" destId="{45877A81-E6DB-45A0-B993-461E553EEEB0}" srcOrd="1" destOrd="0" presId="urn:microsoft.com/office/officeart/2018/2/layout/IconCircleList"/>
    <dgm:cxn modelId="{36939B7E-5371-4735-A1F5-49DCAE3BC1D7}" type="presParOf" srcId="{FCC4BEE3-FF94-4ABC-B2D5-7AFA1CD42B0E}" destId="{0B257254-64EB-49C8-9FDC-176E5448D3CB}" srcOrd="2" destOrd="0" presId="urn:microsoft.com/office/officeart/2018/2/layout/IconCircleList"/>
    <dgm:cxn modelId="{9F1D1A54-C07F-4858-B76F-8B6508B53A3D}" type="presParOf" srcId="{FCC4BEE3-FF94-4ABC-B2D5-7AFA1CD42B0E}" destId="{DC54996C-080C-4CDB-BD82-211DDD4DA1F7}" srcOrd="3" destOrd="0" presId="urn:microsoft.com/office/officeart/2018/2/layout/IconCircleList"/>
    <dgm:cxn modelId="{7F42A5F0-DD45-4FF6-8CAE-1A6E0704CB93}" type="presParOf" srcId="{6FB7BE32-E381-46AE-9680-CDD660FE022D}" destId="{54707559-16CA-485E-B1B1-03587CD79E98}" srcOrd="7" destOrd="0" presId="urn:microsoft.com/office/officeart/2018/2/layout/IconCircleList"/>
    <dgm:cxn modelId="{81CC2AA5-DA31-487E-9F0A-28F2A377833B}" type="presParOf" srcId="{6FB7BE32-E381-46AE-9680-CDD660FE022D}" destId="{8ACEB2F1-6557-41FE-8F02-8BC76B60A8CB}" srcOrd="8" destOrd="0" presId="urn:microsoft.com/office/officeart/2018/2/layout/IconCircleList"/>
    <dgm:cxn modelId="{434A0CCF-1B69-4C40-80E9-A05B3F550910}" type="presParOf" srcId="{8ACEB2F1-6557-41FE-8F02-8BC76B60A8CB}" destId="{342A8BEC-119D-4BFE-B159-B205E14F32EE}" srcOrd="0" destOrd="0" presId="urn:microsoft.com/office/officeart/2018/2/layout/IconCircleList"/>
    <dgm:cxn modelId="{80082C74-0FEF-4927-9783-FF9CE1585A67}" type="presParOf" srcId="{8ACEB2F1-6557-41FE-8F02-8BC76B60A8CB}" destId="{26F122FB-58B1-494A-AB13-685B9096C62F}" srcOrd="1" destOrd="0" presId="urn:microsoft.com/office/officeart/2018/2/layout/IconCircleList"/>
    <dgm:cxn modelId="{B784F5AE-353F-4D3D-AB48-9E51E29408F5}" type="presParOf" srcId="{8ACEB2F1-6557-41FE-8F02-8BC76B60A8CB}" destId="{505CC8F8-02C0-4C5C-8153-CAC1B4A1C512}" srcOrd="2" destOrd="0" presId="urn:microsoft.com/office/officeart/2018/2/layout/IconCircleList"/>
    <dgm:cxn modelId="{F2B9CA1F-148D-4D64-B141-B5E5CE7BA80B}" type="presParOf" srcId="{8ACEB2F1-6557-41FE-8F02-8BC76B60A8CB}" destId="{A10AE512-EC9F-4944-8CDE-B013AA6F70F6}"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844F7EB-44B4-4D78-A8C4-3523C29809D1}" type="doc">
      <dgm:prSet loTypeId="urn:microsoft.com/office/officeart/2018/2/layout/IconCircleList" loCatId="icon" qsTypeId="urn:microsoft.com/office/officeart/2005/8/quickstyle/simple1" qsCatId="simple" csTypeId="urn:microsoft.com/office/officeart/2005/8/colors/accent2_2" csCatId="accent2" phldr="1"/>
      <dgm:spPr/>
      <dgm:t>
        <a:bodyPr/>
        <a:lstStyle/>
        <a:p>
          <a:endParaRPr lang="en-US"/>
        </a:p>
      </dgm:t>
    </dgm:pt>
    <dgm:pt modelId="{74C4B8D7-518A-4AAF-B94B-0441D7F6D3FD}">
      <dgm:prSet/>
      <dgm:spPr/>
      <dgm:t>
        <a:bodyPr/>
        <a:lstStyle/>
        <a:p>
          <a:pPr>
            <a:lnSpc>
              <a:spcPct val="100000"/>
            </a:lnSpc>
          </a:pPr>
          <a:r>
            <a:rPr lang="fr-FR" b="1" dirty="0" err="1"/>
            <a:t>id_bien</a:t>
          </a:r>
          <a:r>
            <a:rPr lang="fr-FR" b="1" dirty="0"/>
            <a:t> </a:t>
          </a:r>
          <a:r>
            <a:rPr lang="fr-FR" dirty="0"/>
            <a:t>: identifiant unique du bien</a:t>
          </a:r>
          <a:endParaRPr lang="en-US" dirty="0"/>
        </a:p>
      </dgm:t>
    </dgm:pt>
    <dgm:pt modelId="{677D86DD-75B4-4637-A209-D67821D02A17}" type="parTrans" cxnId="{98C2BBF7-F2AF-4A1B-AD00-331BC6F6C9B4}">
      <dgm:prSet/>
      <dgm:spPr/>
      <dgm:t>
        <a:bodyPr/>
        <a:lstStyle/>
        <a:p>
          <a:endParaRPr lang="en-US"/>
        </a:p>
      </dgm:t>
    </dgm:pt>
    <dgm:pt modelId="{75E75C7A-6F34-4CFC-BCA6-71834FB86B9E}" type="sibTrans" cxnId="{98C2BBF7-F2AF-4A1B-AD00-331BC6F6C9B4}">
      <dgm:prSet/>
      <dgm:spPr/>
      <dgm:t>
        <a:bodyPr/>
        <a:lstStyle/>
        <a:p>
          <a:pPr>
            <a:lnSpc>
              <a:spcPct val="100000"/>
            </a:lnSpc>
          </a:pPr>
          <a:endParaRPr lang="en-US"/>
        </a:p>
      </dgm:t>
    </dgm:pt>
    <dgm:pt modelId="{F3CA5CD2-19E2-46EF-B610-79453D62C6CF}">
      <dgm:prSet/>
      <dgm:spPr/>
      <dgm:t>
        <a:bodyPr/>
        <a:lstStyle/>
        <a:p>
          <a:pPr>
            <a:lnSpc>
              <a:spcPct val="100000"/>
            </a:lnSpc>
          </a:pPr>
          <a:r>
            <a:rPr lang="fr-FR" b="1" dirty="0"/>
            <a:t>surface</a:t>
          </a:r>
          <a:r>
            <a:rPr lang="fr-FR" dirty="0"/>
            <a:t> : surface réelle du bien</a:t>
          </a:r>
        </a:p>
      </dgm:t>
    </dgm:pt>
    <dgm:pt modelId="{6D7A404F-8276-4512-8C5E-157F0A798D63}" type="parTrans" cxnId="{EF3471A8-AA87-4E26-88C0-2802788BE705}">
      <dgm:prSet/>
      <dgm:spPr/>
      <dgm:t>
        <a:bodyPr/>
        <a:lstStyle/>
        <a:p>
          <a:endParaRPr lang="fr-FR"/>
        </a:p>
      </dgm:t>
    </dgm:pt>
    <dgm:pt modelId="{D3ACECE1-55B7-4545-8124-6D1B39683CEC}" type="sibTrans" cxnId="{EF3471A8-AA87-4E26-88C0-2802788BE705}">
      <dgm:prSet/>
      <dgm:spPr/>
      <dgm:t>
        <a:bodyPr/>
        <a:lstStyle/>
        <a:p>
          <a:pPr>
            <a:lnSpc>
              <a:spcPct val="100000"/>
            </a:lnSpc>
          </a:pPr>
          <a:endParaRPr lang="fr-FR"/>
        </a:p>
      </dgm:t>
    </dgm:pt>
    <dgm:pt modelId="{FE638079-5648-4EFB-8350-D38454C882C1}">
      <dgm:prSet/>
      <dgm:spPr/>
      <dgm:t>
        <a:bodyPr/>
        <a:lstStyle/>
        <a:p>
          <a:pPr>
            <a:lnSpc>
              <a:spcPct val="100000"/>
            </a:lnSpc>
          </a:pPr>
          <a:r>
            <a:rPr lang="fr-FR" b="1" dirty="0" err="1"/>
            <a:t>nb_pieces</a:t>
          </a:r>
          <a:r>
            <a:rPr lang="fr-FR" b="1" dirty="0"/>
            <a:t> </a:t>
          </a:r>
          <a:r>
            <a:rPr lang="fr-FR" dirty="0"/>
            <a:t>: nombre de pièces du bien</a:t>
          </a:r>
        </a:p>
      </dgm:t>
    </dgm:pt>
    <dgm:pt modelId="{53587018-B9C2-4253-B116-AFDB7CA7EEBD}" type="parTrans" cxnId="{D4428827-A98E-4DDF-95CC-DE309D2FB1D3}">
      <dgm:prSet/>
      <dgm:spPr/>
      <dgm:t>
        <a:bodyPr/>
        <a:lstStyle/>
        <a:p>
          <a:endParaRPr lang="fr-FR"/>
        </a:p>
      </dgm:t>
    </dgm:pt>
    <dgm:pt modelId="{A4541178-B013-490B-ACBA-276230D8E382}" type="sibTrans" cxnId="{D4428827-A98E-4DDF-95CC-DE309D2FB1D3}">
      <dgm:prSet/>
      <dgm:spPr/>
      <dgm:t>
        <a:bodyPr/>
        <a:lstStyle/>
        <a:p>
          <a:pPr>
            <a:lnSpc>
              <a:spcPct val="100000"/>
            </a:lnSpc>
          </a:pPr>
          <a:endParaRPr lang="fr-FR"/>
        </a:p>
      </dgm:t>
    </dgm:pt>
    <dgm:pt modelId="{45C62F1A-C76F-47F7-85D5-E20434690873}">
      <dgm:prSet/>
      <dgm:spPr/>
      <dgm:t>
        <a:bodyPr/>
        <a:lstStyle/>
        <a:p>
          <a:pPr>
            <a:lnSpc>
              <a:spcPct val="100000"/>
            </a:lnSpc>
          </a:pPr>
          <a:r>
            <a:rPr lang="fr-FR" b="1" dirty="0" err="1"/>
            <a:t>id_type_bien</a:t>
          </a:r>
          <a:r>
            <a:rPr lang="fr-FR" b="1" dirty="0"/>
            <a:t> </a:t>
          </a:r>
          <a:r>
            <a:rPr lang="fr-FR" dirty="0"/>
            <a:t>: type du bien (maison, appartement, etc.)</a:t>
          </a:r>
        </a:p>
      </dgm:t>
    </dgm:pt>
    <dgm:pt modelId="{83FE84E8-8B84-469A-8979-B13EB7B85AE6}" type="parTrans" cxnId="{70F8F94F-9F6C-456B-B4B1-CE561D221185}">
      <dgm:prSet/>
      <dgm:spPr/>
      <dgm:t>
        <a:bodyPr/>
        <a:lstStyle/>
        <a:p>
          <a:endParaRPr lang="fr-FR"/>
        </a:p>
      </dgm:t>
    </dgm:pt>
    <dgm:pt modelId="{E5C157AF-187E-4973-9339-CD0DF7F7E109}" type="sibTrans" cxnId="{70F8F94F-9F6C-456B-B4B1-CE561D221185}">
      <dgm:prSet/>
      <dgm:spPr/>
      <dgm:t>
        <a:bodyPr/>
        <a:lstStyle/>
        <a:p>
          <a:pPr>
            <a:lnSpc>
              <a:spcPct val="100000"/>
            </a:lnSpc>
          </a:pPr>
          <a:endParaRPr lang="fr-FR"/>
        </a:p>
      </dgm:t>
    </dgm:pt>
    <dgm:pt modelId="{183A1B7E-8838-40A0-96B1-2EBA4DE3079E}">
      <dgm:prSet/>
      <dgm:spPr/>
      <dgm:t>
        <a:bodyPr/>
        <a:lstStyle/>
        <a:p>
          <a:pPr>
            <a:lnSpc>
              <a:spcPct val="100000"/>
            </a:lnSpc>
          </a:pPr>
          <a:r>
            <a:rPr lang="fr-FR" b="1" dirty="0" err="1"/>
            <a:t>id_commune</a:t>
          </a:r>
          <a:r>
            <a:rPr lang="fr-FR" b="1" dirty="0"/>
            <a:t> </a:t>
          </a:r>
          <a:r>
            <a:rPr lang="fr-FR" dirty="0"/>
            <a:t>: localisation géographique du bien</a:t>
          </a:r>
        </a:p>
      </dgm:t>
    </dgm:pt>
    <dgm:pt modelId="{46FB0B55-87E2-41A6-B2FE-31BC8A77C6D7}" type="parTrans" cxnId="{83ED906A-9A63-4F87-9E60-247DE1A1DE16}">
      <dgm:prSet/>
      <dgm:spPr/>
      <dgm:t>
        <a:bodyPr/>
        <a:lstStyle/>
        <a:p>
          <a:endParaRPr lang="fr-FR"/>
        </a:p>
      </dgm:t>
    </dgm:pt>
    <dgm:pt modelId="{A6218020-754E-48C2-9129-C268AEB33AFD}" type="sibTrans" cxnId="{83ED906A-9A63-4F87-9E60-247DE1A1DE16}">
      <dgm:prSet/>
      <dgm:spPr/>
      <dgm:t>
        <a:bodyPr/>
        <a:lstStyle/>
        <a:p>
          <a:endParaRPr lang="fr-FR"/>
        </a:p>
      </dgm:t>
    </dgm:pt>
    <dgm:pt modelId="{ED23C6EB-5100-42FD-83C7-6F34014639A1}" type="pres">
      <dgm:prSet presAssocID="{7844F7EB-44B4-4D78-A8C4-3523C29809D1}" presName="root" presStyleCnt="0">
        <dgm:presLayoutVars>
          <dgm:dir/>
          <dgm:resizeHandles val="exact"/>
        </dgm:presLayoutVars>
      </dgm:prSet>
      <dgm:spPr/>
    </dgm:pt>
    <dgm:pt modelId="{6FB7BE32-E381-46AE-9680-CDD660FE022D}" type="pres">
      <dgm:prSet presAssocID="{7844F7EB-44B4-4D78-A8C4-3523C29809D1}" presName="container" presStyleCnt="0">
        <dgm:presLayoutVars>
          <dgm:dir/>
          <dgm:resizeHandles val="exact"/>
        </dgm:presLayoutVars>
      </dgm:prSet>
      <dgm:spPr/>
    </dgm:pt>
    <dgm:pt modelId="{4D4EFD5D-B9FB-41F7-9E55-E9BBA055A44F}" type="pres">
      <dgm:prSet presAssocID="{74C4B8D7-518A-4AAF-B94B-0441D7F6D3FD}" presName="compNode" presStyleCnt="0"/>
      <dgm:spPr/>
    </dgm:pt>
    <dgm:pt modelId="{191CF358-8AC9-42CE-81C1-99A5831CBCBD}" type="pres">
      <dgm:prSet presAssocID="{74C4B8D7-518A-4AAF-B94B-0441D7F6D3FD}" presName="iconBgRect" presStyleLbl="bgShp" presStyleIdx="0" presStyleCnt="5"/>
      <dgm:spPr/>
    </dgm:pt>
    <dgm:pt modelId="{01C100DF-F9BF-418B-9E51-3C5B9AA042D5}" type="pres">
      <dgm:prSet presAssocID="{74C4B8D7-518A-4AAF-B94B-0441D7F6D3FD}" presName="iconRect" presStyleLbl="node1" presStyleIdx="0" presStyleCnt="5"/>
      <dgm:spPr>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Employee Badge"/>
        </a:ext>
      </dgm:extLst>
    </dgm:pt>
    <dgm:pt modelId="{608990F9-CBA3-4C53-924F-633048332716}" type="pres">
      <dgm:prSet presAssocID="{74C4B8D7-518A-4AAF-B94B-0441D7F6D3FD}" presName="spaceRect" presStyleCnt="0"/>
      <dgm:spPr/>
    </dgm:pt>
    <dgm:pt modelId="{3F85FFCC-0DD3-4D44-BC01-8D2A49CB0618}" type="pres">
      <dgm:prSet presAssocID="{74C4B8D7-518A-4AAF-B94B-0441D7F6D3FD}" presName="textRect" presStyleLbl="revTx" presStyleIdx="0" presStyleCnt="5">
        <dgm:presLayoutVars>
          <dgm:chMax val="1"/>
          <dgm:chPref val="1"/>
        </dgm:presLayoutVars>
      </dgm:prSet>
      <dgm:spPr/>
    </dgm:pt>
    <dgm:pt modelId="{47CD2D99-98EB-4351-A91E-DECBEA8E70E6}" type="pres">
      <dgm:prSet presAssocID="{75E75C7A-6F34-4CFC-BCA6-71834FB86B9E}" presName="sibTrans" presStyleLbl="sibTrans2D1" presStyleIdx="0" presStyleCnt="0"/>
      <dgm:spPr/>
    </dgm:pt>
    <dgm:pt modelId="{AFD5F719-389C-4969-A9A1-D03F8A533289}" type="pres">
      <dgm:prSet presAssocID="{F3CA5CD2-19E2-46EF-B610-79453D62C6CF}" presName="compNode" presStyleCnt="0"/>
      <dgm:spPr/>
    </dgm:pt>
    <dgm:pt modelId="{F59E661B-EC33-442C-B8E0-6D8B35D2739B}" type="pres">
      <dgm:prSet presAssocID="{F3CA5CD2-19E2-46EF-B610-79453D62C6CF}" presName="iconBgRect" presStyleLbl="bgShp" presStyleIdx="1" presStyleCnt="5"/>
      <dgm:spPr/>
    </dgm:pt>
    <dgm:pt modelId="{47CB0F3F-679E-4400-94E5-C8411A9671E8}" type="pres">
      <dgm:prSet presAssocID="{F3CA5CD2-19E2-46EF-B610-79453D62C6CF}" presName="iconRect" presStyleLbl="node1" presStyleIdx="1" presStyleCnt="5" custLinFactNeighborX="-4088"/>
      <dgm:spPr>
        <a:blipFill>
          <a:blip xmlns:r="http://schemas.openxmlformats.org/officeDocument/2006/relationships" r:embed="rId3">
            <a:duotone>
              <a:prstClr val="black"/>
              <a:schemeClr val="accent2">
                <a:tint val="45000"/>
                <a:satMod val="400000"/>
              </a:schemeClr>
            </a:duotone>
          </a:blip>
          <a:srcRect/>
          <a:stretch>
            <a:fillRect/>
          </a:stretch>
        </a:blipFill>
        <a:ln>
          <a:noFill/>
        </a:ln>
      </dgm:spPr>
    </dgm:pt>
    <dgm:pt modelId="{E6B81D34-4DBA-4FE1-AE50-DA2C301ACDDB}" type="pres">
      <dgm:prSet presAssocID="{F3CA5CD2-19E2-46EF-B610-79453D62C6CF}" presName="spaceRect" presStyleCnt="0"/>
      <dgm:spPr/>
    </dgm:pt>
    <dgm:pt modelId="{3D552ABE-B998-4A0C-8554-BCF491B69E14}" type="pres">
      <dgm:prSet presAssocID="{F3CA5CD2-19E2-46EF-B610-79453D62C6CF}" presName="textRect" presStyleLbl="revTx" presStyleIdx="1" presStyleCnt="5">
        <dgm:presLayoutVars>
          <dgm:chMax val="1"/>
          <dgm:chPref val="1"/>
        </dgm:presLayoutVars>
      </dgm:prSet>
      <dgm:spPr/>
    </dgm:pt>
    <dgm:pt modelId="{BE9ABC78-88EB-4C58-863D-8270676A3F67}" type="pres">
      <dgm:prSet presAssocID="{D3ACECE1-55B7-4545-8124-6D1B39683CEC}" presName="sibTrans" presStyleLbl="sibTrans2D1" presStyleIdx="0" presStyleCnt="0"/>
      <dgm:spPr/>
    </dgm:pt>
    <dgm:pt modelId="{6C550866-BEBF-46E7-A900-597BD1F4AE08}" type="pres">
      <dgm:prSet presAssocID="{FE638079-5648-4EFB-8350-D38454C882C1}" presName="compNode" presStyleCnt="0"/>
      <dgm:spPr/>
    </dgm:pt>
    <dgm:pt modelId="{CE64619B-B873-4561-BD15-B69B90EA2518}" type="pres">
      <dgm:prSet presAssocID="{FE638079-5648-4EFB-8350-D38454C882C1}" presName="iconBgRect" presStyleLbl="bgShp" presStyleIdx="2" presStyleCnt="5"/>
      <dgm:spPr/>
    </dgm:pt>
    <dgm:pt modelId="{0E8725DD-B4B8-4411-B203-773F0C5CCA77}" type="pres">
      <dgm:prSet presAssocID="{FE638079-5648-4EFB-8350-D38454C882C1}" presName="iconRect" presStyleLbl="node1" presStyleIdx="2" presStyleCnt="5"/>
      <dgm:spPr>
        <a:blipFill>
          <a:blip xmlns:r="http://schemas.openxmlformats.org/officeDocument/2006/relationships" r:embed="rId4">
            <a:duotone>
              <a:prstClr val="black"/>
              <a:schemeClr val="accent2">
                <a:tint val="45000"/>
                <a:satMod val="400000"/>
              </a:schemeClr>
            </a:duotone>
          </a:blip>
          <a:srcRect/>
          <a:stretch>
            <a:fillRect/>
          </a:stretch>
        </a:blipFill>
        <a:ln>
          <a:noFill/>
        </a:ln>
      </dgm:spPr>
    </dgm:pt>
    <dgm:pt modelId="{42A87344-CCD4-4DD7-AB7B-05B2BE3613E3}" type="pres">
      <dgm:prSet presAssocID="{FE638079-5648-4EFB-8350-D38454C882C1}" presName="spaceRect" presStyleCnt="0"/>
      <dgm:spPr/>
    </dgm:pt>
    <dgm:pt modelId="{78C66915-43C2-49E8-A98D-BC780C0E2D67}" type="pres">
      <dgm:prSet presAssocID="{FE638079-5648-4EFB-8350-D38454C882C1}" presName="textRect" presStyleLbl="revTx" presStyleIdx="2" presStyleCnt="5">
        <dgm:presLayoutVars>
          <dgm:chMax val="1"/>
          <dgm:chPref val="1"/>
        </dgm:presLayoutVars>
      </dgm:prSet>
      <dgm:spPr/>
    </dgm:pt>
    <dgm:pt modelId="{348F34CC-121F-48F1-A903-976F675B40B5}" type="pres">
      <dgm:prSet presAssocID="{A4541178-B013-490B-ACBA-276230D8E382}" presName="sibTrans" presStyleLbl="sibTrans2D1" presStyleIdx="0" presStyleCnt="0"/>
      <dgm:spPr/>
    </dgm:pt>
    <dgm:pt modelId="{4707AB6C-D8E0-4C21-AD57-ACC0AEDA19EE}" type="pres">
      <dgm:prSet presAssocID="{45C62F1A-C76F-47F7-85D5-E20434690873}" presName="compNode" presStyleCnt="0"/>
      <dgm:spPr/>
    </dgm:pt>
    <dgm:pt modelId="{AF3D04E7-FB8B-4FFB-A309-AF01A720980F}" type="pres">
      <dgm:prSet presAssocID="{45C62F1A-C76F-47F7-85D5-E20434690873}" presName="iconBgRect" presStyleLbl="bgShp" presStyleIdx="3" presStyleCnt="5"/>
      <dgm:spPr/>
    </dgm:pt>
    <dgm:pt modelId="{8D24CE04-B531-4CA6-A11C-5B9B3F1E273B}" type="pres">
      <dgm:prSet presAssocID="{45C62F1A-C76F-47F7-85D5-E20434690873}" presName="iconRect" presStyleLbl="node1" presStyleIdx="3" presStyleCnt="5"/>
      <dgm:spPr>
        <a:blipFill>
          <a:blip xmlns:r="http://schemas.openxmlformats.org/officeDocument/2006/relationships" r:embed="rId5">
            <a:duotone>
              <a:prstClr val="black"/>
              <a:schemeClr val="accent2">
                <a:tint val="45000"/>
                <a:satMod val="400000"/>
              </a:schemeClr>
            </a:duotone>
          </a:blip>
          <a:srcRect/>
          <a:stretch>
            <a:fillRect/>
          </a:stretch>
        </a:blipFill>
        <a:ln>
          <a:noFill/>
        </a:ln>
      </dgm:spPr>
    </dgm:pt>
    <dgm:pt modelId="{9ACA9FF5-CBF1-48F3-B875-053A918525A8}" type="pres">
      <dgm:prSet presAssocID="{45C62F1A-C76F-47F7-85D5-E20434690873}" presName="spaceRect" presStyleCnt="0"/>
      <dgm:spPr/>
    </dgm:pt>
    <dgm:pt modelId="{0EB9E054-62EF-4ACD-94ED-23AA895713FE}" type="pres">
      <dgm:prSet presAssocID="{45C62F1A-C76F-47F7-85D5-E20434690873}" presName="textRect" presStyleLbl="revTx" presStyleIdx="3" presStyleCnt="5">
        <dgm:presLayoutVars>
          <dgm:chMax val="1"/>
          <dgm:chPref val="1"/>
        </dgm:presLayoutVars>
      </dgm:prSet>
      <dgm:spPr/>
    </dgm:pt>
    <dgm:pt modelId="{3E2E3641-BE7C-4200-A106-22352B2CA44B}" type="pres">
      <dgm:prSet presAssocID="{E5C157AF-187E-4973-9339-CD0DF7F7E109}" presName="sibTrans" presStyleLbl="sibTrans2D1" presStyleIdx="0" presStyleCnt="0"/>
      <dgm:spPr/>
    </dgm:pt>
    <dgm:pt modelId="{27D84147-5CD7-47E0-9A0C-128DCAE760B0}" type="pres">
      <dgm:prSet presAssocID="{183A1B7E-8838-40A0-96B1-2EBA4DE3079E}" presName="compNode" presStyleCnt="0"/>
      <dgm:spPr/>
    </dgm:pt>
    <dgm:pt modelId="{3569A6A4-F55F-47DC-934E-0E840F5E870B}" type="pres">
      <dgm:prSet presAssocID="{183A1B7E-8838-40A0-96B1-2EBA4DE3079E}" presName="iconBgRect" presStyleLbl="bgShp" presStyleIdx="4" presStyleCnt="5"/>
      <dgm:spPr/>
    </dgm:pt>
    <dgm:pt modelId="{18526CFF-C53F-41D9-8AA0-EDB41FB7C7F4}" type="pres">
      <dgm:prSet presAssocID="{183A1B7E-8838-40A0-96B1-2EBA4DE3079E}" presName="iconRect" presStyleLbl="node1" presStyleIdx="4" presStyleCnt="5"/>
      <dgm:spPr>
        <a:blipFill>
          <a:blip xmlns:r="http://schemas.openxmlformats.org/officeDocument/2006/relationships" r:embed="rId6">
            <a:duotone>
              <a:prstClr val="black"/>
              <a:schemeClr val="accent2">
                <a:tint val="45000"/>
                <a:satMod val="400000"/>
              </a:schemeClr>
            </a:duotone>
            <a:extLst>
              <a:ext uri="{BEBA8EAE-BF5A-486C-A8C5-ECC9F3942E4B}">
                <a14:imgProps xmlns:a14="http://schemas.microsoft.com/office/drawing/2010/main">
                  <a14:imgLayer r:embed="rId7">
                    <a14:imgEffect>
                      <a14:backgroundRemoval t="10000" b="90000" l="10000" r="90000">
                        <a14:foregroundMark x1="73145" y1="39648" x2="73145" y2="39648"/>
                        <a14:foregroundMark x1="73145" y1="39648" x2="73145" y2="39648"/>
                        <a14:foregroundMark x1="73145" y1="39648" x2="79492" y2="52051"/>
                        <a14:foregroundMark x1="62305" y1="41992" x2="43848" y2="46680"/>
                        <a14:foregroundMark x1="34082" y1="47070" x2="65332" y2="56445"/>
                        <a14:foregroundMark x1="35449" y1="60156" x2="68359" y2="58496"/>
                        <a14:foregroundMark x1="71777" y1="67871" x2="71777" y2="67871"/>
                        <a14:foregroundMark x1="77148" y1="66211" x2="77148" y2="66211"/>
                        <a14:foregroundMark x1="77148" y1="66211" x2="77148" y2="66211"/>
                        <a14:foregroundMark x1="77148" y1="66211" x2="77148" y2="66211"/>
                        <a14:foregroundMark x1="77148" y1="66211" x2="77148" y2="66211"/>
                        <a14:foregroundMark x1="77148" y1="66211" x2="77148" y2="66211"/>
                        <a14:foregroundMark x1="77148" y1="66211" x2="77148" y2="66211"/>
                        <a14:foregroundMark x1="18652" y1="51465" x2="18652" y2="51465"/>
                        <a14:foregroundMark x1="18652" y1="51465" x2="18652" y2="51465"/>
                        <a14:foregroundMark x1="18652" y1="51465" x2="18652" y2="51465"/>
                        <a14:foregroundMark x1="32422" y1="58496" x2="68066" y2="41699"/>
                        <a14:foregroundMark x1="74805" y1="29883" x2="74805" y2="29883"/>
                        <a14:foregroundMark x1="74805" y1="29883" x2="74805" y2="29883"/>
                      </a14:backgroundRemoval>
                    </a14:imgEffect>
                  </a14:imgLayer>
                </a14:imgProps>
              </a:ext>
            </a:extLst>
          </a:blip>
          <a:srcRect/>
          <a:stretch>
            <a:fillRect/>
          </a:stretch>
        </a:blipFill>
        <a:ln>
          <a:noFill/>
        </a:ln>
      </dgm:spPr>
    </dgm:pt>
    <dgm:pt modelId="{30EAA7E9-55C5-4C5D-9E59-9EDA9E0F44D9}" type="pres">
      <dgm:prSet presAssocID="{183A1B7E-8838-40A0-96B1-2EBA4DE3079E}" presName="spaceRect" presStyleCnt="0"/>
      <dgm:spPr/>
    </dgm:pt>
    <dgm:pt modelId="{D2BE983A-A079-4688-B5FB-F811EDCEBF99}" type="pres">
      <dgm:prSet presAssocID="{183A1B7E-8838-40A0-96B1-2EBA4DE3079E}" presName="textRect" presStyleLbl="revTx" presStyleIdx="4" presStyleCnt="5">
        <dgm:presLayoutVars>
          <dgm:chMax val="1"/>
          <dgm:chPref val="1"/>
        </dgm:presLayoutVars>
      </dgm:prSet>
      <dgm:spPr/>
    </dgm:pt>
  </dgm:ptLst>
  <dgm:cxnLst>
    <dgm:cxn modelId="{D4428827-A98E-4DDF-95CC-DE309D2FB1D3}" srcId="{7844F7EB-44B4-4D78-A8C4-3523C29809D1}" destId="{FE638079-5648-4EFB-8350-D38454C882C1}" srcOrd="2" destOrd="0" parTransId="{53587018-B9C2-4253-B116-AFDB7CA7EEBD}" sibTransId="{A4541178-B013-490B-ACBA-276230D8E382}"/>
    <dgm:cxn modelId="{0FE8B22A-7435-42E2-9162-A74B1BC0F217}" type="presOf" srcId="{75E75C7A-6F34-4CFC-BCA6-71834FB86B9E}" destId="{47CD2D99-98EB-4351-A91E-DECBEA8E70E6}" srcOrd="0" destOrd="0" presId="urn:microsoft.com/office/officeart/2018/2/layout/IconCircleList"/>
    <dgm:cxn modelId="{04399332-2A83-4507-A1ED-6114223B1818}" type="presOf" srcId="{D3ACECE1-55B7-4545-8124-6D1B39683CEC}" destId="{BE9ABC78-88EB-4C58-863D-8270676A3F67}" srcOrd="0" destOrd="0" presId="urn:microsoft.com/office/officeart/2018/2/layout/IconCircleList"/>
    <dgm:cxn modelId="{BAB73D5D-8007-4C19-8E70-A1EAB6DE983E}" type="presOf" srcId="{F3CA5CD2-19E2-46EF-B610-79453D62C6CF}" destId="{3D552ABE-B998-4A0C-8554-BCF491B69E14}" srcOrd="0" destOrd="0" presId="urn:microsoft.com/office/officeart/2018/2/layout/IconCircleList"/>
    <dgm:cxn modelId="{83ED906A-9A63-4F87-9E60-247DE1A1DE16}" srcId="{7844F7EB-44B4-4D78-A8C4-3523C29809D1}" destId="{183A1B7E-8838-40A0-96B1-2EBA4DE3079E}" srcOrd="4" destOrd="0" parTransId="{46FB0B55-87E2-41A6-B2FE-31BC8A77C6D7}" sibTransId="{A6218020-754E-48C2-9129-C268AEB33AFD}"/>
    <dgm:cxn modelId="{70F8F94F-9F6C-456B-B4B1-CE561D221185}" srcId="{7844F7EB-44B4-4D78-A8C4-3523C29809D1}" destId="{45C62F1A-C76F-47F7-85D5-E20434690873}" srcOrd="3" destOrd="0" parTransId="{83FE84E8-8B84-469A-8979-B13EB7B85AE6}" sibTransId="{E5C157AF-187E-4973-9339-CD0DF7F7E109}"/>
    <dgm:cxn modelId="{208DBD74-5CD3-4879-8E03-69BAE502F073}" type="presOf" srcId="{183A1B7E-8838-40A0-96B1-2EBA4DE3079E}" destId="{D2BE983A-A079-4688-B5FB-F811EDCEBF99}" srcOrd="0" destOrd="0" presId="urn:microsoft.com/office/officeart/2018/2/layout/IconCircleList"/>
    <dgm:cxn modelId="{5BF0AFA1-FB4C-417A-BEEC-47BA531F2522}" type="presOf" srcId="{74C4B8D7-518A-4AAF-B94B-0441D7F6D3FD}" destId="{3F85FFCC-0DD3-4D44-BC01-8D2A49CB0618}" srcOrd="0" destOrd="0" presId="urn:microsoft.com/office/officeart/2018/2/layout/IconCircleList"/>
    <dgm:cxn modelId="{EF3471A8-AA87-4E26-88C0-2802788BE705}" srcId="{7844F7EB-44B4-4D78-A8C4-3523C29809D1}" destId="{F3CA5CD2-19E2-46EF-B610-79453D62C6CF}" srcOrd="1" destOrd="0" parTransId="{6D7A404F-8276-4512-8C5E-157F0A798D63}" sibTransId="{D3ACECE1-55B7-4545-8124-6D1B39683CEC}"/>
    <dgm:cxn modelId="{D6E677B6-426C-44E4-A464-5DF043C52294}" type="presOf" srcId="{7844F7EB-44B4-4D78-A8C4-3523C29809D1}" destId="{ED23C6EB-5100-42FD-83C7-6F34014639A1}" srcOrd="0" destOrd="0" presId="urn:microsoft.com/office/officeart/2018/2/layout/IconCircleList"/>
    <dgm:cxn modelId="{B09352C9-1D74-46FC-8FFA-811280ED4A74}" type="presOf" srcId="{A4541178-B013-490B-ACBA-276230D8E382}" destId="{348F34CC-121F-48F1-A903-976F675B40B5}" srcOrd="0" destOrd="0" presId="urn:microsoft.com/office/officeart/2018/2/layout/IconCircleList"/>
    <dgm:cxn modelId="{FE958DD7-6750-44CF-9D99-232147D75D80}" type="presOf" srcId="{FE638079-5648-4EFB-8350-D38454C882C1}" destId="{78C66915-43C2-49E8-A98D-BC780C0E2D67}" srcOrd="0" destOrd="0" presId="urn:microsoft.com/office/officeart/2018/2/layout/IconCircleList"/>
    <dgm:cxn modelId="{DA0CFFF5-938E-4CA1-A783-F7FE12483E8D}" type="presOf" srcId="{E5C157AF-187E-4973-9339-CD0DF7F7E109}" destId="{3E2E3641-BE7C-4200-A106-22352B2CA44B}" srcOrd="0" destOrd="0" presId="urn:microsoft.com/office/officeart/2018/2/layout/IconCircleList"/>
    <dgm:cxn modelId="{4951EDF6-658C-4AE0-B1D6-A729932ECD2C}" type="presOf" srcId="{45C62F1A-C76F-47F7-85D5-E20434690873}" destId="{0EB9E054-62EF-4ACD-94ED-23AA895713FE}" srcOrd="0" destOrd="0" presId="urn:microsoft.com/office/officeart/2018/2/layout/IconCircleList"/>
    <dgm:cxn modelId="{98C2BBF7-F2AF-4A1B-AD00-331BC6F6C9B4}" srcId="{7844F7EB-44B4-4D78-A8C4-3523C29809D1}" destId="{74C4B8D7-518A-4AAF-B94B-0441D7F6D3FD}" srcOrd="0" destOrd="0" parTransId="{677D86DD-75B4-4637-A209-D67821D02A17}" sibTransId="{75E75C7A-6F34-4CFC-BCA6-71834FB86B9E}"/>
    <dgm:cxn modelId="{7E26DB7B-E473-4732-BCDA-425AC2F31080}" type="presParOf" srcId="{ED23C6EB-5100-42FD-83C7-6F34014639A1}" destId="{6FB7BE32-E381-46AE-9680-CDD660FE022D}" srcOrd="0" destOrd="0" presId="urn:microsoft.com/office/officeart/2018/2/layout/IconCircleList"/>
    <dgm:cxn modelId="{7AEE8B9D-5D6B-4D4D-8C2A-1755B5C4FA5F}" type="presParOf" srcId="{6FB7BE32-E381-46AE-9680-CDD660FE022D}" destId="{4D4EFD5D-B9FB-41F7-9E55-E9BBA055A44F}" srcOrd="0" destOrd="0" presId="urn:microsoft.com/office/officeart/2018/2/layout/IconCircleList"/>
    <dgm:cxn modelId="{622384D2-14C4-4FAB-911D-D39C89F9AFB6}" type="presParOf" srcId="{4D4EFD5D-B9FB-41F7-9E55-E9BBA055A44F}" destId="{191CF358-8AC9-42CE-81C1-99A5831CBCBD}" srcOrd="0" destOrd="0" presId="urn:microsoft.com/office/officeart/2018/2/layout/IconCircleList"/>
    <dgm:cxn modelId="{15EC5C18-021B-4FAE-A393-D206900B1A51}" type="presParOf" srcId="{4D4EFD5D-B9FB-41F7-9E55-E9BBA055A44F}" destId="{01C100DF-F9BF-418B-9E51-3C5B9AA042D5}" srcOrd="1" destOrd="0" presId="urn:microsoft.com/office/officeart/2018/2/layout/IconCircleList"/>
    <dgm:cxn modelId="{FA7A9166-79CE-480A-94F1-BD335CF904B5}" type="presParOf" srcId="{4D4EFD5D-B9FB-41F7-9E55-E9BBA055A44F}" destId="{608990F9-CBA3-4C53-924F-633048332716}" srcOrd="2" destOrd="0" presId="urn:microsoft.com/office/officeart/2018/2/layout/IconCircleList"/>
    <dgm:cxn modelId="{6192F7D8-7243-4023-A3BE-DED7F944B359}" type="presParOf" srcId="{4D4EFD5D-B9FB-41F7-9E55-E9BBA055A44F}" destId="{3F85FFCC-0DD3-4D44-BC01-8D2A49CB0618}" srcOrd="3" destOrd="0" presId="urn:microsoft.com/office/officeart/2018/2/layout/IconCircleList"/>
    <dgm:cxn modelId="{F64FB306-6AE3-497B-AA96-AECD9F3521B2}" type="presParOf" srcId="{6FB7BE32-E381-46AE-9680-CDD660FE022D}" destId="{47CD2D99-98EB-4351-A91E-DECBEA8E70E6}" srcOrd="1" destOrd="0" presId="urn:microsoft.com/office/officeart/2018/2/layout/IconCircleList"/>
    <dgm:cxn modelId="{15DA3897-FDCF-4A5A-A183-8742F1438E09}" type="presParOf" srcId="{6FB7BE32-E381-46AE-9680-CDD660FE022D}" destId="{AFD5F719-389C-4969-A9A1-D03F8A533289}" srcOrd="2" destOrd="0" presId="urn:microsoft.com/office/officeart/2018/2/layout/IconCircleList"/>
    <dgm:cxn modelId="{F5C244E6-D936-4210-B49D-252FA746D6B6}" type="presParOf" srcId="{AFD5F719-389C-4969-A9A1-D03F8A533289}" destId="{F59E661B-EC33-442C-B8E0-6D8B35D2739B}" srcOrd="0" destOrd="0" presId="urn:microsoft.com/office/officeart/2018/2/layout/IconCircleList"/>
    <dgm:cxn modelId="{2C381932-5542-4230-A44A-C0141A8D8DAC}" type="presParOf" srcId="{AFD5F719-389C-4969-A9A1-D03F8A533289}" destId="{47CB0F3F-679E-4400-94E5-C8411A9671E8}" srcOrd="1" destOrd="0" presId="urn:microsoft.com/office/officeart/2018/2/layout/IconCircleList"/>
    <dgm:cxn modelId="{D9753A34-66DF-41DB-BDD7-F88CDE96A4FA}" type="presParOf" srcId="{AFD5F719-389C-4969-A9A1-D03F8A533289}" destId="{E6B81D34-4DBA-4FE1-AE50-DA2C301ACDDB}" srcOrd="2" destOrd="0" presId="urn:microsoft.com/office/officeart/2018/2/layout/IconCircleList"/>
    <dgm:cxn modelId="{4FFC1967-0EED-49E7-8350-D7FD6CFE9CD5}" type="presParOf" srcId="{AFD5F719-389C-4969-A9A1-D03F8A533289}" destId="{3D552ABE-B998-4A0C-8554-BCF491B69E14}" srcOrd="3" destOrd="0" presId="urn:microsoft.com/office/officeart/2018/2/layout/IconCircleList"/>
    <dgm:cxn modelId="{A91A5AA8-F117-4918-8221-898D08BB4A67}" type="presParOf" srcId="{6FB7BE32-E381-46AE-9680-CDD660FE022D}" destId="{BE9ABC78-88EB-4C58-863D-8270676A3F67}" srcOrd="3" destOrd="0" presId="urn:microsoft.com/office/officeart/2018/2/layout/IconCircleList"/>
    <dgm:cxn modelId="{816BD1FD-D180-462B-B8F9-FF5B43CFBCA2}" type="presParOf" srcId="{6FB7BE32-E381-46AE-9680-CDD660FE022D}" destId="{6C550866-BEBF-46E7-A900-597BD1F4AE08}" srcOrd="4" destOrd="0" presId="urn:microsoft.com/office/officeart/2018/2/layout/IconCircleList"/>
    <dgm:cxn modelId="{3510862A-C3CA-4D90-B3A8-851B60F49F63}" type="presParOf" srcId="{6C550866-BEBF-46E7-A900-597BD1F4AE08}" destId="{CE64619B-B873-4561-BD15-B69B90EA2518}" srcOrd="0" destOrd="0" presId="urn:microsoft.com/office/officeart/2018/2/layout/IconCircleList"/>
    <dgm:cxn modelId="{FEDF2966-D1DF-4FC0-B504-FA3086BB82FE}" type="presParOf" srcId="{6C550866-BEBF-46E7-A900-597BD1F4AE08}" destId="{0E8725DD-B4B8-4411-B203-773F0C5CCA77}" srcOrd="1" destOrd="0" presId="urn:microsoft.com/office/officeart/2018/2/layout/IconCircleList"/>
    <dgm:cxn modelId="{8EDCE635-A33D-4442-B5DE-BD14C8F1F37E}" type="presParOf" srcId="{6C550866-BEBF-46E7-A900-597BD1F4AE08}" destId="{42A87344-CCD4-4DD7-AB7B-05B2BE3613E3}" srcOrd="2" destOrd="0" presId="urn:microsoft.com/office/officeart/2018/2/layout/IconCircleList"/>
    <dgm:cxn modelId="{9C8DA81A-4204-48E6-8734-DA22D04425FA}" type="presParOf" srcId="{6C550866-BEBF-46E7-A900-597BD1F4AE08}" destId="{78C66915-43C2-49E8-A98D-BC780C0E2D67}" srcOrd="3" destOrd="0" presId="urn:microsoft.com/office/officeart/2018/2/layout/IconCircleList"/>
    <dgm:cxn modelId="{CE2AB510-37DB-4536-B9B9-567901D00489}" type="presParOf" srcId="{6FB7BE32-E381-46AE-9680-CDD660FE022D}" destId="{348F34CC-121F-48F1-A903-976F675B40B5}" srcOrd="5" destOrd="0" presId="urn:microsoft.com/office/officeart/2018/2/layout/IconCircleList"/>
    <dgm:cxn modelId="{123EE0E8-1FAD-41BB-B492-4D5D4592F17F}" type="presParOf" srcId="{6FB7BE32-E381-46AE-9680-CDD660FE022D}" destId="{4707AB6C-D8E0-4C21-AD57-ACC0AEDA19EE}" srcOrd="6" destOrd="0" presId="urn:microsoft.com/office/officeart/2018/2/layout/IconCircleList"/>
    <dgm:cxn modelId="{1AFED11A-97DA-4930-BD12-1ED48F842146}" type="presParOf" srcId="{4707AB6C-D8E0-4C21-AD57-ACC0AEDA19EE}" destId="{AF3D04E7-FB8B-4FFB-A309-AF01A720980F}" srcOrd="0" destOrd="0" presId="urn:microsoft.com/office/officeart/2018/2/layout/IconCircleList"/>
    <dgm:cxn modelId="{5824EA07-FB0D-45D2-9FF4-AC8EAF3332FB}" type="presParOf" srcId="{4707AB6C-D8E0-4C21-AD57-ACC0AEDA19EE}" destId="{8D24CE04-B531-4CA6-A11C-5B9B3F1E273B}" srcOrd="1" destOrd="0" presId="urn:microsoft.com/office/officeart/2018/2/layout/IconCircleList"/>
    <dgm:cxn modelId="{F3FEA915-0AA8-4D67-8580-53091EC306BC}" type="presParOf" srcId="{4707AB6C-D8E0-4C21-AD57-ACC0AEDA19EE}" destId="{9ACA9FF5-CBF1-48F3-B875-053A918525A8}" srcOrd="2" destOrd="0" presId="urn:microsoft.com/office/officeart/2018/2/layout/IconCircleList"/>
    <dgm:cxn modelId="{45F61838-03E8-4723-835F-5E07E3E9B845}" type="presParOf" srcId="{4707AB6C-D8E0-4C21-AD57-ACC0AEDA19EE}" destId="{0EB9E054-62EF-4ACD-94ED-23AA895713FE}" srcOrd="3" destOrd="0" presId="urn:microsoft.com/office/officeart/2018/2/layout/IconCircleList"/>
    <dgm:cxn modelId="{CA957FD4-A214-4C4C-960E-54F96E6238DD}" type="presParOf" srcId="{6FB7BE32-E381-46AE-9680-CDD660FE022D}" destId="{3E2E3641-BE7C-4200-A106-22352B2CA44B}" srcOrd="7" destOrd="0" presId="urn:microsoft.com/office/officeart/2018/2/layout/IconCircleList"/>
    <dgm:cxn modelId="{4DB1031D-03F0-4ABA-8A02-A8BCD2DD630E}" type="presParOf" srcId="{6FB7BE32-E381-46AE-9680-CDD660FE022D}" destId="{27D84147-5CD7-47E0-9A0C-128DCAE760B0}" srcOrd="8" destOrd="0" presId="urn:microsoft.com/office/officeart/2018/2/layout/IconCircleList"/>
    <dgm:cxn modelId="{3C1E29BF-E256-4E38-9079-29D0BDD887B3}" type="presParOf" srcId="{27D84147-5CD7-47E0-9A0C-128DCAE760B0}" destId="{3569A6A4-F55F-47DC-934E-0E840F5E870B}" srcOrd="0" destOrd="0" presId="urn:microsoft.com/office/officeart/2018/2/layout/IconCircleList"/>
    <dgm:cxn modelId="{0D295240-EB2B-41B1-A0CB-CDB4CE186C1B}" type="presParOf" srcId="{27D84147-5CD7-47E0-9A0C-128DCAE760B0}" destId="{18526CFF-C53F-41D9-8AA0-EDB41FB7C7F4}" srcOrd="1" destOrd="0" presId="urn:microsoft.com/office/officeart/2018/2/layout/IconCircleList"/>
    <dgm:cxn modelId="{71DF6212-1C93-40BE-8DAD-710404EFF0DC}" type="presParOf" srcId="{27D84147-5CD7-47E0-9A0C-128DCAE760B0}" destId="{30EAA7E9-55C5-4C5D-9E59-9EDA9E0F44D9}" srcOrd="2" destOrd="0" presId="urn:microsoft.com/office/officeart/2018/2/layout/IconCircleList"/>
    <dgm:cxn modelId="{5DEE3F6E-9D50-428F-84FF-BCB317825499}" type="presParOf" srcId="{27D84147-5CD7-47E0-9A0C-128DCAE760B0}" destId="{D2BE983A-A079-4688-B5FB-F811EDCEBF99}" srcOrd="3" destOrd="0" presId="urn:microsoft.com/office/officeart/2018/2/layout/IconCircle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0380EA6-FA4C-43AD-9F97-94A61C6EDDC5}" type="doc">
      <dgm:prSet loTypeId="urn:microsoft.com/office/officeart/2018/2/layout/IconLabelList" loCatId="icon" qsTypeId="urn:microsoft.com/office/officeart/2005/8/quickstyle/simple1" qsCatId="simple" csTypeId="urn:microsoft.com/office/officeart/2005/8/colors/accent3_2" csCatId="accent3" phldr="1"/>
      <dgm:spPr/>
      <dgm:t>
        <a:bodyPr/>
        <a:lstStyle/>
        <a:p>
          <a:endParaRPr lang="en-US"/>
        </a:p>
      </dgm:t>
    </dgm:pt>
    <dgm:pt modelId="{CB2D0D5B-E49C-4F5A-8F6B-A028079C6649}">
      <dgm:prSet/>
      <dgm:spPr/>
      <dgm:t>
        <a:bodyPr/>
        <a:lstStyle/>
        <a:p>
          <a:r>
            <a:rPr lang="fr-FR" b="1" i="0" baseline="0" dirty="0" err="1"/>
            <a:t>id_type_bien</a:t>
          </a:r>
          <a:r>
            <a:rPr lang="fr-FR" b="1" i="0" baseline="0" dirty="0"/>
            <a:t> </a:t>
          </a:r>
          <a:r>
            <a:rPr lang="fr-FR" b="0" i="0" baseline="0" dirty="0"/>
            <a:t>: identifiant unique du type de bien</a:t>
          </a:r>
          <a:endParaRPr lang="en-US" dirty="0"/>
        </a:p>
      </dgm:t>
    </dgm:pt>
    <dgm:pt modelId="{03AFBC8A-A197-4CC7-9FCC-DFA042D4CBD2}" type="parTrans" cxnId="{78B3161B-81DE-4DAA-8705-D598C045E0E6}">
      <dgm:prSet/>
      <dgm:spPr/>
      <dgm:t>
        <a:bodyPr/>
        <a:lstStyle/>
        <a:p>
          <a:endParaRPr lang="en-US"/>
        </a:p>
      </dgm:t>
    </dgm:pt>
    <dgm:pt modelId="{B725E954-1AD0-4D4A-907C-A41574BF3BC2}" type="sibTrans" cxnId="{78B3161B-81DE-4DAA-8705-D598C045E0E6}">
      <dgm:prSet/>
      <dgm:spPr/>
      <dgm:t>
        <a:bodyPr/>
        <a:lstStyle/>
        <a:p>
          <a:endParaRPr lang="en-US"/>
        </a:p>
      </dgm:t>
    </dgm:pt>
    <dgm:pt modelId="{248A9A5E-B3B3-4724-B218-4024BF85CC5A}">
      <dgm:prSet/>
      <dgm:spPr/>
      <dgm:t>
        <a:bodyPr/>
        <a:lstStyle/>
        <a:p>
          <a:r>
            <a:rPr lang="fr-FR" b="1" i="0" baseline="0" dirty="0" err="1"/>
            <a:t>libelle_type_bien</a:t>
          </a:r>
          <a:r>
            <a:rPr lang="fr-FR" b="1" i="0" baseline="0" dirty="0"/>
            <a:t> </a:t>
          </a:r>
          <a:r>
            <a:rPr lang="fr-FR" b="0" i="0" baseline="0" dirty="0"/>
            <a:t>: libellé du type de bien (Maison, Appartement, Terrain…)</a:t>
          </a:r>
          <a:endParaRPr lang="en-US" dirty="0"/>
        </a:p>
      </dgm:t>
    </dgm:pt>
    <dgm:pt modelId="{252E327F-F38A-47A7-892B-5ADF2B0FA8F4}" type="parTrans" cxnId="{417B2DBD-CFBE-48B2-B501-0F451A1EAD0A}">
      <dgm:prSet/>
      <dgm:spPr/>
      <dgm:t>
        <a:bodyPr/>
        <a:lstStyle/>
        <a:p>
          <a:endParaRPr lang="en-US"/>
        </a:p>
      </dgm:t>
    </dgm:pt>
    <dgm:pt modelId="{FCFA6C1D-5A08-49C1-8E35-A8BC5687A3DE}" type="sibTrans" cxnId="{417B2DBD-CFBE-48B2-B501-0F451A1EAD0A}">
      <dgm:prSet/>
      <dgm:spPr/>
      <dgm:t>
        <a:bodyPr/>
        <a:lstStyle/>
        <a:p>
          <a:endParaRPr lang="en-US"/>
        </a:p>
      </dgm:t>
    </dgm:pt>
    <dgm:pt modelId="{8323CCA6-6FC1-4946-809B-CEDB4A529A47}" type="pres">
      <dgm:prSet presAssocID="{80380EA6-FA4C-43AD-9F97-94A61C6EDDC5}" presName="root" presStyleCnt="0">
        <dgm:presLayoutVars>
          <dgm:dir/>
          <dgm:resizeHandles val="exact"/>
        </dgm:presLayoutVars>
      </dgm:prSet>
      <dgm:spPr/>
    </dgm:pt>
    <dgm:pt modelId="{B0ACB308-6FC3-4ACA-9EBD-75F45FF7BBE0}" type="pres">
      <dgm:prSet presAssocID="{CB2D0D5B-E49C-4F5A-8F6B-A028079C6649}" presName="compNode" presStyleCnt="0"/>
      <dgm:spPr/>
    </dgm:pt>
    <dgm:pt modelId="{4D11FDCB-8827-4743-81BD-3275E3C4B960}" type="pres">
      <dgm:prSet presAssocID="{CB2D0D5B-E49C-4F5A-8F6B-A028079C6649}" presName="iconRect" presStyleLbl="node1" presStyleIdx="0" presStyleCnt="2"/>
      <dgm:spPr>
        <a:blipFill>
          <a:blip xmlns:r="http://schemas.openxmlformats.org/officeDocument/2006/relationships" r:embed="rId1">
            <a:duotone>
              <a:schemeClr val="accent2">
                <a:shade val="45000"/>
                <a:satMod val="135000"/>
              </a:schemeClr>
              <a:prstClr val="white"/>
            </a:duotone>
            <a:extLst>
              <a:ext uri="{BEBA8EAE-BF5A-486C-A8C5-ECC9F3942E4B}">
                <a14:imgProps xmlns:a14="http://schemas.microsoft.com/office/drawing/2010/main">
                  <a14:imgLayer r:embed="rId2">
                    <a14:imgEffect>
                      <a14:colorTemperature colorTemp="4700"/>
                    </a14:imgEffect>
                    <a14:imgEffect>
                      <a14:saturation sat="0"/>
                    </a14:imgEffect>
                  </a14:imgLayer>
                </a14:imgProps>
              </a:ext>
            </a:extLst>
          </a:blip>
          <a:srcRect/>
          <a:stretch>
            <a:fillRect/>
          </a:stretch>
        </a:blipFill>
        <a:ln>
          <a:noFill/>
        </a:ln>
      </dgm:spPr>
    </dgm:pt>
    <dgm:pt modelId="{B7383E1E-A07D-467E-BABA-5818C807B89B}" type="pres">
      <dgm:prSet presAssocID="{CB2D0D5B-E49C-4F5A-8F6B-A028079C6649}" presName="spaceRect" presStyleCnt="0"/>
      <dgm:spPr/>
    </dgm:pt>
    <dgm:pt modelId="{A7A5BA0D-D31B-4023-A9E2-8444290B3275}" type="pres">
      <dgm:prSet presAssocID="{CB2D0D5B-E49C-4F5A-8F6B-A028079C6649}" presName="textRect" presStyleLbl="revTx" presStyleIdx="0" presStyleCnt="2">
        <dgm:presLayoutVars>
          <dgm:chMax val="1"/>
          <dgm:chPref val="1"/>
        </dgm:presLayoutVars>
      </dgm:prSet>
      <dgm:spPr/>
    </dgm:pt>
    <dgm:pt modelId="{14A49B49-AEA6-420B-B682-B4D58EC1A1DD}" type="pres">
      <dgm:prSet presAssocID="{B725E954-1AD0-4D4A-907C-A41574BF3BC2}" presName="sibTrans" presStyleCnt="0"/>
      <dgm:spPr/>
    </dgm:pt>
    <dgm:pt modelId="{2DADE525-C5ED-4AF6-8C5D-83F07C2B0CC0}" type="pres">
      <dgm:prSet presAssocID="{248A9A5E-B3B3-4724-B218-4024BF85CC5A}" presName="compNode" presStyleCnt="0"/>
      <dgm:spPr/>
    </dgm:pt>
    <dgm:pt modelId="{8F1591F3-6047-4B14-BE11-5345DA7A6BF1}" type="pres">
      <dgm:prSet presAssocID="{248A9A5E-B3B3-4724-B218-4024BF85CC5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uburban scene"/>
        </a:ext>
      </dgm:extLst>
    </dgm:pt>
    <dgm:pt modelId="{72A86727-F063-4120-B415-D5EB119630D9}" type="pres">
      <dgm:prSet presAssocID="{248A9A5E-B3B3-4724-B218-4024BF85CC5A}" presName="spaceRect" presStyleCnt="0"/>
      <dgm:spPr/>
    </dgm:pt>
    <dgm:pt modelId="{DD36E0BF-63CD-4E23-9ACF-74F0D7C639DD}" type="pres">
      <dgm:prSet presAssocID="{248A9A5E-B3B3-4724-B218-4024BF85CC5A}" presName="textRect" presStyleLbl="revTx" presStyleIdx="1" presStyleCnt="2">
        <dgm:presLayoutVars>
          <dgm:chMax val="1"/>
          <dgm:chPref val="1"/>
        </dgm:presLayoutVars>
      </dgm:prSet>
      <dgm:spPr/>
    </dgm:pt>
  </dgm:ptLst>
  <dgm:cxnLst>
    <dgm:cxn modelId="{78B3161B-81DE-4DAA-8705-D598C045E0E6}" srcId="{80380EA6-FA4C-43AD-9F97-94A61C6EDDC5}" destId="{CB2D0D5B-E49C-4F5A-8F6B-A028079C6649}" srcOrd="0" destOrd="0" parTransId="{03AFBC8A-A197-4CC7-9FCC-DFA042D4CBD2}" sibTransId="{B725E954-1AD0-4D4A-907C-A41574BF3BC2}"/>
    <dgm:cxn modelId="{26AFE61C-019F-47F1-9CE5-C27DD5936AE2}" type="presOf" srcId="{CB2D0D5B-E49C-4F5A-8F6B-A028079C6649}" destId="{A7A5BA0D-D31B-4023-A9E2-8444290B3275}" srcOrd="0" destOrd="0" presId="urn:microsoft.com/office/officeart/2018/2/layout/IconLabelList"/>
    <dgm:cxn modelId="{B72ACC5C-2D6A-474C-A87D-9F8FE112CFA7}" type="presOf" srcId="{248A9A5E-B3B3-4724-B218-4024BF85CC5A}" destId="{DD36E0BF-63CD-4E23-9ACF-74F0D7C639DD}" srcOrd="0" destOrd="0" presId="urn:microsoft.com/office/officeart/2018/2/layout/IconLabelList"/>
    <dgm:cxn modelId="{417B2DBD-CFBE-48B2-B501-0F451A1EAD0A}" srcId="{80380EA6-FA4C-43AD-9F97-94A61C6EDDC5}" destId="{248A9A5E-B3B3-4724-B218-4024BF85CC5A}" srcOrd="1" destOrd="0" parTransId="{252E327F-F38A-47A7-892B-5ADF2B0FA8F4}" sibTransId="{FCFA6C1D-5A08-49C1-8E35-A8BC5687A3DE}"/>
    <dgm:cxn modelId="{B8477DD2-E30F-4E4F-894F-92EFD4C6C9EF}" type="presOf" srcId="{80380EA6-FA4C-43AD-9F97-94A61C6EDDC5}" destId="{8323CCA6-6FC1-4946-809B-CEDB4A529A47}" srcOrd="0" destOrd="0" presId="urn:microsoft.com/office/officeart/2018/2/layout/IconLabelList"/>
    <dgm:cxn modelId="{3BF401F4-2843-47E5-8B1E-85B6CE1D09DA}" type="presParOf" srcId="{8323CCA6-6FC1-4946-809B-CEDB4A529A47}" destId="{B0ACB308-6FC3-4ACA-9EBD-75F45FF7BBE0}" srcOrd="0" destOrd="0" presId="urn:microsoft.com/office/officeart/2018/2/layout/IconLabelList"/>
    <dgm:cxn modelId="{F7A5FBDC-D657-49F3-A646-2743681B33A8}" type="presParOf" srcId="{B0ACB308-6FC3-4ACA-9EBD-75F45FF7BBE0}" destId="{4D11FDCB-8827-4743-81BD-3275E3C4B960}" srcOrd="0" destOrd="0" presId="urn:microsoft.com/office/officeart/2018/2/layout/IconLabelList"/>
    <dgm:cxn modelId="{8427E1AF-A9CD-4709-885D-B8F4FACBD623}" type="presParOf" srcId="{B0ACB308-6FC3-4ACA-9EBD-75F45FF7BBE0}" destId="{B7383E1E-A07D-467E-BABA-5818C807B89B}" srcOrd="1" destOrd="0" presId="urn:microsoft.com/office/officeart/2018/2/layout/IconLabelList"/>
    <dgm:cxn modelId="{B5BCBF63-890C-41CC-9FE8-B8B49B3BBF0F}" type="presParOf" srcId="{B0ACB308-6FC3-4ACA-9EBD-75F45FF7BBE0}" destId="{A7A5BA0D-D31B-4023-A9E2-8444290B3275}" srcOrd="2" destOrd="0" presId="urn:microsoft.com/office/officeart/2018/2/layout/IconLabelList"/>
    <dgm:cxn modelId="{381D6495-BD3B-4621-9E14-FA866FC65E03}" type="presParOf" srcId="{8323CCA6-6FC1-4946-809B-CEDB4A529A47}" destId="{14A49B49-AEA6-420B-B682-B4D58EC1A1DD}" srcOrd="1" destOrd="0" presId="urn:microsoft.com/office/officeart/2018/2/layout/IconLabelList"/>
    <dgm:cxn modelId="{FB0D3D88-C260-403E-AA9D-CB4F654A60FE}" type="presParOf" srcId="{8323CCA6-6FC1-4946-809B-CEDB4A529A47}" destId="{2DADE525-C5ED-4AF6-8C5D-83F07C2B0CC0}" srcOrd="2" destOrd="0" presId="urn:microsoft.com/office/officeart/2018/2/layout/IconLabelList"/>
    <dgm:cxn modelId="{0DC468F1-E3C9-4F5B-877D-271BF2E74490}" type="presParOf" srcId="{2DADE525-C5ED-4AF6-8C5D-83F07C2B0CC0}" destId="{8F1591F3-6047-4B14-BE11-5345DA7A6BF1}" srcOrd="0" destOrd="0" presId="urn:microsoft.com/office/officeart/2018/2/layout/IconLabelList"/>
    <dgm:cxn modelId="{8F3A69E3-71BC-4ED4-9A5B-5DCC33702005}" type="presParOf" srcId="{2DADE525-C5ED-4AF6-8C5D-83F07C2B0CC0}" destId="{72A86727-F063-4120-B415-D5EB119630D9}" srcOrd="1" destOrd="0" presId="urn:microsoft.com/office/officeart/2018/2/layout/IconLabelList"/>
    <dgm:cxn modelId="{3D477120-535E-4860-93E2-F755D6E648A2}" type="presParOf" srcId="{2DADE525-C5ED-4AF6-8C5D-83F07C2B0CC0}" destId="{DD36E0BF-63CD-4E23-9ACF-74F0D7C639DD}" srcOrd="2" destOrd="0" presId="urn:microsoft.com/office/officeart/2018/2/layout/IconLabelList"/>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F45AC1E-DE7D-495D-9FBE-E564974076F8}" type="doc">
      <dgm:prSet loTypeId="urn:microsoft.com/office/officeart/2005/8/layout/matrix3" loCatId="matrix" qsTypeId="urn:microsoft.com/office/officeart/2005/8/quickstyle/simple4" qsCatId="simple" csTypeId="urn:microsoft.com/office/officeart/2005/8/colors/colorful2" csCatId="colorful" phldr="1"/>
      <dgm:spPr/>
      <dgm:t>
        <a:bodyPr/>
        <a:lstStyle/>
        <a:p>
          <a:endParaRPr lang="en-US"/>
        </a:p>
      </dgm:t>
    </dgm:pt>
    <dgm:pt modelId="{6C0ADF24-756C-44DD-B8AC-DC62160A724B}">
      <dgm:prSet custT="1"/>
      <dgm:spPr/>
      <dgm:t>
        <a:bodyPr/>
        <a:lstStyle/>
        <a:p>
          <a:r>
            <a:rPr lang="fr-FR" sz="900" b="1" dirty="0" err="1">
              <a:solidFill>
                <a:schemeClr val="tx1"/>
              </a:solidFill>
            </a:rPr>
            <a:t>id_commune</a:t>
          </a:r>
          <a:r>
            <a:rPr lang="fr-FR" sz="900" b="1" dirty="0">
              <a:solidFill>
                <a:schemeClr val="tx1"/>
              </a:solidFill>
            </a:rPr>
            <a:t> </a:t>
          </a:r>
          <a:r>
            <a:rPr lang="fr-FR" sz="900" dirty="0">
              <a:solidFill>
                <a:schemeClr val="tx1"/>
              </a:solidFill>
            </a:rPr>
            <a:t>: identifiant interne de la commune</a:t>
          </a:r>
          <a:endParaRPr lang="en-US" sz="900" dirty="0">
            <a:solidFill>
              <a:schemeClr val="tx1"/>
            </a:solidFill>
          </a:endParaRPr>
        </a:p>
      </dgm:t>
    </dgm:pt>
    <dgm:pt modelId="{4EF991B9-4AFE-41CF-ACCB-DE665BAF618F}" type="parTrans" cxnId="{E3C74FF4-7F94-4BF8-9B4C-459E8A6E5673}">
      <dgm:prSet/>
      <dgm:spPr/>
      <dgm:t>
        <a:bodyPr/>
        <a:lstStyle/>
        <a:p>
          <a:endParaRPr lang="en-US" sz="2400">
            <a:solidFill>
              <a:schemeClr val="tx1"/>
            </a:solidFill>
          </a:endParaRPr>
        </a:p>
      </dgm:t>
    </dgm:pt>
    <dgm:pt modelId="{551F1A57-DFFF-4D27-A51F-3541416EE69F}" type="sibTrans" cxnId="{E3C74FF4-7F94-4BF8-9B4C-459E8A6E5673}">
      <dgm:prSet/>
      <dgm:spPr/>
      <dgm:t>
        <a:bodyPr/>
        <a:lstStyle/>
        <a:p>
          <a:endParaRPr lang="en-US" sz="2400">
            <a:solidFill>
              <a:schemeClr val="tx1"/>
            </a:solidFill>
          </a:endParaRPr>
        </a:p>
      </dgm:t>
    </dgm:pt>
    <dgm:pt modelId="{FA682334-6B80-40BC-B5D5-D9EC88C93390}">
      <dgm:prSet custT="1"/>
      <dgm:spPr/>
      <dgm:t>
        <a:bodyPr/>
        <a:lstStyle/>
        <a:p>
          <a:r>
            <a:rPr lang="fr-FR" sz="900" b="1" dirty="0" err="1">
              <a:solidFill>
                <a:schemeClr val="tx1"/>
              </a:solidFill>
            </a:rPr>
            <a:t>code_insee</a:t>
          </a:r>
          <a:r>
            <a:rPr lang="fr-FR" sz="900" b="1" dirty="0">
              <a:solidFill>
                <a:schemeClr val="tx1"/>
              </a:solidFill>
            </a:rPr>
            <a:t> </a:t>
          </a:r>
          <a:r>
            <a:rPr lang="fr-FR" sz="900" dirty="0">
              <a:solidFill>
                <a:schemeClr val="tx1"/>
              </a:solidFill>
            </a:rPr>
            <a:t>: code officiel INSEE de la commune</a:t>
          </a:r>
          <a:endParaRPr lang="en-US" sz="900" dirty="0">
            <a:solidFill>
              <a:schemeClr val="tx1"/>
            </a:solidFill>
          </a:endParaRPr>
        </a:p>
      </dgm:t>
    </dgm:pt>
    <dgm:pt modelId="{7020519C-E129-48E7-9F28-5757D69B3D92}" type="parTrans" cxnId="{9B8D3D0C-885B-431B-8AD5-DC4E977767FE}">
      <dgm:prSet/>
      <dgm:spPr/>
      <dgm:t>
        <a:bodyPr/>
        <a:lstStyle/>
        <a:p>
          <a:endParaRPr lang="en-US" sz="2400">
            <a:solidFill>
              <a:schemeClr val="tx1"/>
            </a:solidFill>
          </a:endParaRPr>
        </a:p>
      </dgm:t>
    </dgm:pt>
    <dgm:pt modelId="{E38FC474-0926-4752-B1B6-065D3B35C456}" type="sibTrans" cxnId="{9B8D3D0C-885B-431B-8AD5-DC4E977767FE}">
      <dgm:prSet/>
      <dgm:spPr/>
      <dgm:t>
        <a:bodyPr/>
        <a:lstStyle/>
        <a:p>
          <a:endParaRPr lang="en-US" sz="2400">
            <a:solidFill>
              <a:schemeClr val="tx1"/>
            </a:solidFill>
          </a:endParaRPr>
        </a:p>
      </dgm:t>
    </dgm:pt>
    <dgm:pt modelId="{6664C2C4-6759-4B60-9E1B-DF8AFA2EB799}">
      <dgm:prSet custT="1"/>
      <dgm:spPr/>
      <dgm:t>
        <a:bodyPr/>
        <a:lstStyle/>
        <a:p>
          <a:r>
            <a:rPr lang="fr-FR" sz="900" b="1" dirty="0" err="1">
              <a:solidFill>
                <a:schemeClr val="tx1"/>
              </a:solidFill>
            </a:rPr>
            <a:t>nom_commune</a:t>
          </a:r>
          <a:r>
            <a:rPr lang="fr-FR" sz="900" b="1" dirty="0">
              <a:solidFill>
                <a:schemeClr val="tx1"/>
              </a:solidFill>
            </a:rPr>
            <a:t> </a:t>
          </a:r>
          <a:r>
            <a:rPr lang="fr-FR" sz="900" dirty="0">
              <a:solidFill>
                <a:schemeClr val="tx1"/>
              </a:solidFill>
            </a:rPr>
            <a:t>: nom de la commune</a:t>
          </a:r>
          <a:endParaRPr lang="en-US" sz="900" dirty="0">
            <a:solidFill>
              <a:schemeClr val="tx1"/>
            </a:solidFill>
          </a:endParaRPr>
        </a:p>
      </dgm:t>
    </dgm:pt>
    <dgm:pt modelId="{C4C597D8-E464-4C2F-A49B-50F5077204E2}" type="parTrans" cxnId="{B9EBCA42-3932-4722-9153-4AC61AF6DBBC}">
      <dgm:prSet/>
      <dgm:spPr/>
      <dgm:t>
        <a:bodyPr/>
        <a:lstStyle/>
        <a:p>
          <a:endParaRPr lang="en-US" sz="2400">
            <a:solidFill>
              <a:schemeClr val="tx1"/>
            </a:solidFill>
          </a:endParaRPr>
        </a:p>
      </dgm:t>
    </dgm:pt>
    <dgm:pt modelId="{C13578A0-412A-4EE7-A2EE-639694AB6B2A}" type="sibTrans" cxnId="{B9EBCA42-3932-4722-9153-4AC61AF6DBBC}">
      <dgm:prSet/>
      <dgm:spPr/>
      <dgm:t>
        <a:bodyPr/>
        <a:lstStyle/>
        <a:p>
          <a:endParaRPr lang="en-US" sz="2400">
            <a:solidFill>
              <a:schemeClr val="tx1"/>
            </a:solidFill>
          </a:endParaRPr>
        </a:p>
      </dgm:t>
    </dgm:pt>
    <dgm:pt modelId="{FA2BA0EC-5991-4426-A1CE-BC48D4E2E4AF}">
      <dgm:prSet custT="1"/>
      <dgm:spPr/>
      <dgm:t>
        <a:bodyPr/>
        <a:lstStyle/>
        <a:p>
          <a:r>
            <a:rPr lang="fr-FR" sz="900" b="1" dirty="0" err="1">
              <a:solidFill>
                <a:schemeClr val="tx1"/>
              </a:solidFill>
            </a:rPr>
            <a:t>code_postal</a:t>
          </a:r>
          <a:r>
            <a:rPr lang="fr-FR" sz="900" b="1" dirty="0">
              <a:solidFill>
                <a:schemeClr val="tx1"/>
              </a:solidFill>
            </a:rPr>
            <a:t> </a:t>
          </a:r>
          <a:r>
            <a:rPr lang="fr-FR" sz="900" dirty="0">
              <a:solidFill>
                <a:schemeClr val="tx1"/>
              </a:solidFill>
            </a:rPr>
            <a:t>: code postal (information complémentaire)</a:t>
          </a:r>
          <a:endParaRPr lang="en-US" sz="900" dirty="0">
            <a:solidFill>
              <a:schemeClr val="tx1"/>
            </a:solidFill>
          </a:endParaRPr>
        </a:p>
      </dgm:t>
    </dgm:pt>
    <dgm:pt modelId="{A68FEA2E-173F-4A08-BC8E-6DD03CB36971}" type="parTrans" cxnId="{70ECDEDE-F087-4E16-AD42-69D2CC3F62AF}">
      <dgm:prSet/>
      <dgm:spPr/>
      <dgm:t>
        <a:bodyPr/>
        <a:lstStyle/>
        <a:p>
          <a:endParaRPr lang="en-US" sz="2400">
            <a:solidFill>
              <a:schemeClr val="tx1"/>
            </a:solidFill>
          </a:endParaRPr>
        </a:p>
      </dgm:t>
    </dgm:pt>
    <dgm:pt modelId="{08249894-D21B-4A96-8198-DEA8E95A2E69}" type="sibTrans" cxnId="{70ECDEDE-F087-4E16-AD42-69D2CC3F62AF}">
      <dgm:prSet/>
      <dgm:spPr/>
      <dgm:t>
        <a:bodyPr/>
        <a:lstStyle/>
        <a:p>
          <a:endParaRPr lang="en-US" sz="2400">
            <a:solidFill>
              <a:schemeClr val="tx1"/>
            </a:solidFill>
          </a:endParaRPr>
        </a:p>
      </dgm:t>
    </dgm:pt>
    <dgm:pt modelId="{D67A07B4-B6B6-42AC-B780-8E48B6ECC5AF}" type="pres">
      <dgm:prSet presAssocID="{CF45AC1E-DE7D-495D-9FBE-E564974076F8}" presName="matrix" presStyleCnt="0">
        <dgm:presLayoutVars>
          <dgm:chMax val="1"/>
          <dgm:dir/>
          <dgm:resizeHandles val="exact"/>
        </dgm:presLayoutVars>
      </dgm:prSet>
      <dgm:spPr/>
    </dgm:pt>
    <dgm:pt modelId="{9AFB3EB4-8274-47E4-A5FC-993E6A7BA5BF}" type="pres">
      <dgm:prSet presAssocID="{CF45AC1E-DE7D-495D-9FBE-E564974076F8}" presName="diamond" presStyleLbl="bgShp" presStyleIdx="0" presStyleCnt="1" custScaleX="117368"/>
      <dgm:spPr/>
    </dgm:pt>
    <dgm:pt modelId="{3A39687A-B4F7-439B-AFE3-81D05B5A64C5}" type="pres">
      <dgm:prSet presAssocID="{CF45AC1E-DE7D-495D-9FBE-E564974076F8}" presName="quad1" presStyleLbl="node1" presStyleIdx="0" presStyleCnt="4">
        <dgm:presLayoutVars>
          <dgm:chMax val="0"/>
          <dgm:chPref val="0"/>
          <dgm:bulletEnabled val="1"/>
        </dgm:presLayoutVars>
      </dgm:prSet>
      <dgm:spPr/>
    </dgm:pt>
    <dgm:pt modelId="{01E20F54-6AB6-4640-9397-6F93BE886E8C}" type="pres">
      <dgm:prSet presAssocID="{CF45AC1E-DE7D-495D-9FBE-E564974076F8}" presName="quad2" presStyleLbl="node1" presStyleIdx="1" presStyleCnt="4">
        <dgm:presLayoutVars>
          <dgm:chMax val="0"/>
          <dgm:chPref val="0"/>
          <dgm:bulletEnabled val="1"/>
        </dgm:presLayoutVars>
      </dgm:prSet>
      <dgm:spPr/>
    </dgm:pt>
    <dgm:pt modelId="{6FCF51DB-F646-4DB9-BB86-7FD2D9CE4001}" type="pres">
      <dgm:prSet presAssocID="{CF45AC1E-DE7D-495D-9FBE-E564974076F8}" presName="quad3" presStyleLbl="node1" presStyleIdx="2" presStyleCnt="4">
        <dgm:presLayoutVars>
          <dgm:chMax val="0"/>
          <dgm:chPref val="0"/>
          <dgm:bulletEnabled val="1"/>
        </dgm:presLayoutVars>
      </dgm:prSet>
      <dgm:spPr/>
    </dgm:pt>
    <dgm:pt modelId="{D294EA55-2ED1-4EBF-BC30-AC74EA6C6392}" type="pres">
      <dgm:prSet presAssocID="{CF45AC1E-DE7D-495D-9FBE-E564974076F8}" presName="quad4" presStyleLbl="node1" presStyleIdx="3" presStyleCnt="4">
        <dgm:presLayoutVars>
          <dgm:chMax val="0"/>
          <dgm:chPref val="0"/>
          <dgm:bulletEnabled val="1"/>
        </dgm:presLayoutVars>
      </dgm:prSet>
      <dgm:spPr/>
    </dgm:pt>
  </dgm:ptLst>
  <dgm:cxnLst>
    <dgm:cxn modelId="{9B8D3D0C-885B-431B-8AD5-DC4E977767FE}" srcId="{CF45AC1E-DE7D-495D-9FBE-E564974076F8}" destId="{FA682334-6B80-40BC-B5D5-D9EC88C93390}" srcOrd="1" destOrd="0" parTransId="{7020519C-E129-48E7-9F28-5757D69B3D92}" sibTransId="{E38FC474-0926-4752-B1B6-065D3B35C456}"/>
    <dgm:cxn modelId="{B9EBCA42-3932-4722-9153-4AC61AF6DBBC}" srcId="{CF45AC1E-DE7D-495D-9FBE-E564974076F8}" destId="{6664C2C4-6759-4B60-9E1B-DF8AFA2EB799}" srcOrd="2" destOrd="0" parTransId="{C4C597D8-E464-4C2F-A49B-50F5077204E2}" sibTransId="{C13578A0-412A-4EE7-A2EE-639694AB6B2A}"/>
    <dgm:cxn modelId="{14061C46-F47A-45B0-AE36-830C53C82E44}" type="presOf" srcId="{FA2BA0EC-5991-4426-A1CE-BC48D4E2E4AF}" destId="{D294EA55-2ED1-4EBF-BC30-AC74EA6C6392}" srcOrd="0" destOrd="0" presId="urn:microsoft.com/office/officeart/2005/8/layout/matrix3"/>
    <dgm:cxn modelId="{DBA7F55A-9920-4774-959F-216F45ED8F10}" type="presOf" srcId="{CF45AC1E-DE7D-495D-9FBE-E564974076F8}" destId="{D67A07B4-B6B6-42AC-B780-8E48B6ECC5AF}" srcOrd="0" destOrd="0" presId="urn:microsoft.com/office/officeart/2005/8/layout/matrix3"/>
    <dgm:cxn modelId="{E4F4C8A3-3170-441D-A15F-A64C1CD5C6D0}" type="presOf" srcId="{6664C2C4-6759-4B60-9E1B-DF8AFA2EB799}" destId="{6FCF51DB-F646-4DB9-BB86-7FD2D9CE4001}" srcOrd="0" destOrd="0" presId="urn:microsoft.com/office/officeart/2005/8/layout/matrix3"/>
    <dgm:cxn modelId="{AF9A3CB1-A137-4EA2-A4EF-F5B2C1980A5E}" type="presOf" srcId="{FA682334-6B80-40BC-B5D5-D9EC88C93390}" destId="{01E20F54-6AB6-4640-9397-6F93BE886E8C}" srcOrd="0" destOrd="0" presId="urn:microsoft.com/office/officeart/2005/8/layout/matrix3"/>
    <dgm:cxn modelId="{F8D3AED9-5E84-44B1-8F78-3B0233CCB193}" type="presOf" srcId="{6C0ADF24-756C-44DD-B8AC-DC62160A724B}" destId="{3A39687A-B4F7-439B-AFE3-81D05B5A64C5}" srcOrd="0" destOrd="0" presId="urn:microsoft.com/office/officeart/2005/8/layout/matrix3"/>
    <dgm:cxn modelId="{70ECDEDE-F087-4E16-AD42-69D2CC3F62AF}" srcId="{CF45AC1E-DE7D-495D-9FBE-E564974076F8}" destId="{FA2BA0EC-5991-4426-A1CE-BC48D4E2E4AF}" srcOrd="3" destOrd="0" parTransId="{A68FEA2E-173F-4A08-BC8E-6DD03CB36971}" sibTransId="{08249894-D21B-4A96-8198-DEA8E95A2E69}"/>
    <dgm:cxn modelId="{E3C74FF4-7F94-4BF8-9B4C-459E8A6E5673}" srcId="{CF45AC1E-DE7D-495D-9FBE-E564974076F8}" destId="{6C0ADF24-756C-44DD-B8AC-DC62160A724B}" srcOrd="0" destOrd="0" parTransId="{4EF991B9-4AFE-41CF-ACCB-DE665BAF618F}" sibTransId="{551F1A57-DFFF-4D27-A51F-3541416EE69F}"/>
    <dgm:cxn modelId="{F8BBACAC-05B3-4408-9B70-0B060F817D5C}" type="presParOf" srcId="{D67A07B4-B6B6-42AC-B780-8E48B6ECC5AF}" destId="{9AFB3EB4-8274-47E4-A5FC-993E6A7BA5BF}" srcOrd="0" destOrd="0" presId="urn:microsoft.com/office/officeart/2005/8/layout/matrix3"/>
    <dgm:cxn modelId="{603FD5DD-D0AD-4E5F-9D2F-5CDFB3972E77}" type="presParOf" srcId="{D67A07B4-B6B6-42AC-B780-8E48B6ECC5AF}" destId="{3A39687A-B4F7-439B-AFE3-81D05B5A64C5}" srcOrd="1" destOrd="0" presId="urn:microsoft.com/office/officeart/2005/8/layout/matrix3"/>
    <dgm:cxn modelId="{ECB41041-A593-44A0-91ED-0159729D3217}" type="presParOf" srcId="{D67A07B4-B6B6-42AC-B780-8E48B6ECC5AF}" destId="{01E20F54-6AB6-4640-9397-6F93BE886E8C}" srcOrd="2" destOrd="0" presId="urn:microsoft.com/office/officeart/2005/8/layout/matrix3"/>
    <dgm:cxn modelId="{3C920069-0638-48BD-85CD-36D4B9954613}" type="presParOf" srcId="{D67A07B4-B6B6-42AC-B780-8E48B6ECC5AF}" destId="{6FCF51DB-F646-4DB9-BB86-7FD2D9CE4001}" srcOrd="3" destOrd="0" presId="urn:microsoft.com/office/officeart/2005/8/layout/matrix3"/>
    <dgm:cxn modelId="{61C143AE-2538-4D6D-8C67-18535B1B23C0}" type="presParOf" srcId="{D67A07B4-B6B6-42AC-B780-8E48B6ECC5AF}" destId="{D294EA55-2ED1-4EBF-BC30-AC74EA6C6392}" srcOrd="4" destOrd="0" presId="urn:microsoft.com/office/officeart/2005/8/layout/matrix3"/>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F45AC1E-DE7D-495D-9FBE-E564974076F8}" type="doc">
      <dgm:prSet loTypeId="urn:microsoft.com/office/officeart/2005/8/layout/matrix3" loCatId="matrix" qsTypeId="urn:microsoft.com/office/officeart/2005/8/quickstyle/simple4" qsCatId="simple" csTypeId="urn:microsoft.com/office/officeart/2005/8/colors/colorful2" csCatId="colorful" phldr="1"/>
      <dgm:spPr/>
      <dgm:t>
        <a:bodyPr/>
        <a:lstStyle/>
        <a:p>
          <a:endParaRPr lang="en-US"/>
        </a:p>
      </dgm:t>
    </dgm:pt>
    <dgm:pt modelId="{6C0ADF24-756C-44DD-B8AC-DC62160A724B}">
      <dgm:prSet custT="1"/>
      <dgm:spPr/>
      <dgm:t>
        <a:bodyPr/>
        <a:lstStyle/>
        <a:p>
          <a:pPr>
            <a:buNone/>
          </a:pPr>
          <a:r>
            <a:rPr lang="fr-FR" sz="900" b="1" dirty="0" err="1">
              <a:solidFill>
                <a:schemeClr val="tx1"/>
              </a:solidFill>
            </a:rPr>
            <a:t>id_region</a:t>
          </a:r>
          <a:r>
            <a:rPr lang="fr-FR" sz="900" b="1" dirty="0">
              <a:solidFill>
                <a:schemeClr val="tx1"/>
              </a:solidFill>
            </a:rPr>
            <a:t> </a:t>
          </a:r>
          <a:r>
            <a:rPr lang="fr-FR" sz="900" dirty="0">
              <a:solidFill>
                <a:schemeClr val="tx1"/>
              </a:solidFill>
            </a:rPr>
            <a:t>: identifiant interne de la région</a:t>
          </a:r>
          <a:endParaRPr lang="en-US" sz="900" dirty="0">
            <a:solidFill>
              <a:schemeClr val="tx1"/>
            </a:solidFill>
          </a:endParaRPr>
        </a:p>
      </dgm:t>
    </dgm:pt>
    <dgm:pt modelId="{4EF991B9-4AFE-41CF-ACCB-DE665BAF618F}" type="parTrans" cxnId="{E3C74FF4-7F94-4BF8-9B4C-459E8A6E5673}">
      <dgm:prSet/>
      <dgm:spPr/>
      <dgm:t>
        <a:bodyPr/>
        <a:lstStyle/>
        <a:p>
          <a:endParaRPr lang="en-US" sz="2400">
            <a:solidFill>
              <a:schemeClr val="tx1"/>
            </a:solidFill>
          </a:endParaRPr>
        </a:p>
      </dgm:t>
    </dgm:pt>
    <dgm:pt modelId="{551F1A57-DFFF-4D27-A51F-3541416EE69F}" type="sibTrans" cxnId="{E3C74FF4-7F94-4BF8-9B4C-459E8A6E5673}">
      <dgm:prSet/>
      <dgm:spPr/>
      <dgm:t>
        <a:bodyPr/>
        <a:lstStyle/>
        <a:p>
          <a:endParaRPr lang="en-US" sz="2400">
            <a:solidFill>
              <a:schemeClr val="tx1"/>
            </a:solidFill>
          </a:endParaRPr>
        </a:p>
      </dgm:t>
    </dgm:pt>
    <dgm:pt modelId="{FA682334-6B80-40BC-B5D5-D9EC88C93390}">
      <dgm:prSet custT="1"/>
      <dgm:spPr/>
      <dgm:t>
        <a:bodyPr/>
        <a:lstStyle/>
        <a:p>
          <a:r>
            <a:rPr lang="fr-FR" sz="900" b="1" dirty="0" err="1">
              <a:solidFill>
                <a:schemeClr val="tx1"/>
              </a:solidFill>
            </a:rPr>
            <a:t>code_region</a:t>
          </a:r>
          <a:r>
            <a:rPr lang="fr-FR" sz="900" b="1" dirty="0">
              <a:solidFill>
                <a:schemeClr val="tx1"/>
              </a:solidFill>
            </a:rPr>
            <a:t> </a:t>
          </a:r>
          <a:r>
            <a:rPr lang="fr-FR" sz="900" dirty="0">
              <a:solidFill>
                <a:schemeClr val="tx1"/>
              </a:solidFill>
            </a:rPr>
            <a:t>: code officiel de la région</a:t>
          </a:r>
          <a:endParaRPr lang="en-US" sz="900" dirty="0">
            <a:solidFill>
              <a:schemeClr val="tx1"/>
            </a:solidFill>
          </a:endParaRPr>
        </a:p>
      </dgm:t>
    </dgm:pt>
    <dgm:pt modelId="{7020519C-E129-48E7-9F28-5757D69B3D92}" type="parTrans" cxnId="{9B8D3D0C-885B-431B-8AD5-DC4E977767FE}">
      <dgm:prSet/>
      <dgm:spPr/>
      <dgm:t>
        <a:bodyPr/>
        <a:lstStyle/>
        <a:p>
          <a:endParaRPr lang="en-US" sz="2400">
            <a:solidFill>
              <a:schemeClr val="tx1"/>
            </a:solidFill>
          </a:endParaRPr>
        </a:p>
      </dgm:t>
    </dgm:pt>
    <dgm:pt modelId="{E38FC474-0926-4752-B1B6-065D3B35C456}" type="sibTrans" cxnId="{9B8D3D0C-885B-431B-8AD5-DC4E977767FE}">
      <dgm:prSet/>
      <dgm:spPr/>
      <dgm:t>
        <a:bodyPr/>
        <a:lstStyle/>
        <a:p>
          <a:endParaRPr lang="en-US" sz="2400">
            <a:solidFill>
              <a:schemeClr val="tx1"/>
            </a:solidFill>
          </a:endParaRPr>
        </a:p>
      </dgm:t>
    </dgm:pt>
    <dgm:pt modelId="{6664C2C4-6759-4B60-9E1B-DF8AFA2EB799}">
      <dgm:prSet custT="1"/>
      <dgm:spPr/>
      <dgm:t>
        <a:bodyPr/>
        <a:lstStyle/>
        <a:p>
          <a:r>
            <a:rPr lang="fr-FR" sz="900" b="1" dirty="0" err="1">
              <a:solidFill>
                <a:schemeClr val="tx1"/>
              </a:solidFill>
            </a:rPr>
            <a:t>nom_region</a:t>
          </a:r>
          <a:r>
            <a:rPr lang="fr-FR" sz="900" b="1" dirty="0">
              <a:solidFill>
                <a:schemeClr val="tx1"/>
              </a:solidFill>
            </a:rPr>
            <a:t> </a:t>
          </a:r>
          <a:r>
            <a:rPr lang="fr-FR" sz="900" dirty="0">
              <a:solidFill>
                <a:schemeClr val="tx1"/>
              </a:solidFill>
            </a:rPr>
            <a:t>: nom de la région</a:t>
          </a:r>
          <a:endParaRPr lang="en-US" sz="900" dirty="0">
            <a:solidFill>
              <a:schemeClr val="tx1"/>
            </a:solidFill>
          </a:endParaRPr>
        </a:p>
      </dgm:t>
    </dgm:pt>
    <dgm:pt modelId="{C4C597D8-E464-4C2F-A49B-50F5077204E2}" type="parTrans" cxnId="{B9EBCA42-3932-4722-9153-4AC61AF6DBBC}">
      <dgm:prSet/>
      <dgm:spPr/>
      <dgm:t>
        <a:bodyPr/>
        <a:lstStyle/>
        <a:p>
          <a:endParaRPr lang="en-US" sz="2400">
            <a:solidFill>
              <a:schemeClr val="tx1"/>
            </a:solidFill>
          </a:endParaRPr>
        </a:p>
      </dgm:t>
    </dgm:pt>
    <dgm:pt modelId="{C13578A0-412A-4EE7-A2EE-639694AB6B2A}" type="sibTrans" cxnId="{B9EBCA42-3932-4722-9153-4AC61AF6DBBC}">
      <dgm:prSet/>
      <dgm:spPr/>
      <dgm:t>
        <a:bodyPr/>
        <a:lstStyle/>
        <a:p>
          <a:endParaRPr lang="en-US" sz="2400">
            <a:solidFill>
              <a:schemeClr val="tx1"/>
            </a:solidFill>
          </a:endParaRPr>
        </a:p>
      </dgm:t>
    </dgm:pt>
    <dgm:pt modelId="{D67A07B4-B6B6-42AC-B780-8E48B6ECC5AF}" type="pres">
      <dgm:prSet presAssocID="{CF45AC1E-DE7D-495D-9FBE-E564974076F8}" presName="matrix" presStyleCnt="0">
        <dgm:presLayoutVars>
          <dgm:chMax val="1"/>
          <dgm:dir/>
          <dgm:resizeHandles val="exact"/>
        </dgm:presLayoutVars>
      </dgm:prSet>
      <dgm:spPr/>
    </dgm:pt>
    <dgm:pt modelId="{9AFB3EB4-8274-47E4-A5FC-993E6A7BA5BF}" type="pres">
      <dgm:prSet presAssocID="{CF45AC1E-DE7D-495D-9FBE-E564974076F8}" presName="diamond" presStyleLbl="bgShp" presStyleIdx="0" presStyleCnt="1" custScaleX="117368"/>
      <dgm:spPr/>
    </dgm:pt>
    <dgm:pt modelId="{3A39687A-B4F7-439B-AFE3-81D05B5A64C5}" type="pres">
      <dgm:prSet presAssocID="{CF45AC1E-DE7D-495D-9FBE-E564974076F8}" presName="quad1" presStyleLbl="node1" presStyleIdx="0" presStyleCnt="4">
        <dgm:presLayoutVars>
          <dgm:chMax val="0"/>
          <dgm:chPref val="0"/>
          <dgm:bulletEnabled val="1"/>
        </dgm:presLayoutVars>
      </dgm:prSet>
      <dgm:spPr/>
    </dgm:pt>
    <dgm:pt modelId="{01E20F54-6AB6-4640-9397-6F93BE886E8C}" type="pres">
      <dgm:prSet presAssocID="{CF45AC1E-DE7D-495D-9FBE-E564974076F8}" presName="quad2" presStyleLbl="node1" presStyleIdx="1" presStyleCnt="4">
        <dgm:presLayoutVars>
          <dgm:chMax val="0"/>
          <dgm:chPref val="0"/>
          <dgm:bulletEnabled val="1"/>
        </dgm:presLayoutVars>
      </dgm:prSet>
      <dgm:spPr/>
    </dgm:pt>
    <dgm:pt modelId="{6FCF51DB-F646-4DB9-BB86-7FD2D9CE4001}" type="pres">
      <dgm:prSet presAssocID="{CF45AC1E-DE7D-495D-9FBE-E564974076F8}" presName="quad3" presStyleLbl="node1" presStyleIdx="2" presStyleCnt="4">
        <dgm:presLayoutVars>
          <dgm:chMax val="0"/>
          <dgm:chPref val="0"/>
          <dgm:bulletEnabled val="1"/>
        </dgm:presLayoutVars>
      </dgm:prSet>
      <dgm:spPr/>
    </dgm:pt>
    <dgm:pt modelId="{D294EA55-2ED1-4EBF-BC30-AC74EA6C6392}" type="pres">
      <dgm:prSet presAssocID="{CF45AC1E-DE7D-495D-9FBE-E564974076F8}" presName="quad4" presStyleLbl="node1" presStyleIdx="3" presStyleCnt="4">
        <dgm:presLayoutVars>
          <dgm:chMax val="0"/>
          <dgm:chPref val="0"/>
          <dgm:bulletEnabled val="1"/>
        </dgm:presLayoutVars>
      </dgm:prSet>
      <dgm:spPr/>
    </dgm:pt>
  </dgm:ptLst>
  <dgm:cxnLst>
    <dgm:cxn modelId="{9B8D3D0C-885B-431B-8AD5-DC4E977767FE}" srcId="{CF45AC1E-DE7D-495D-9FBE-E564974076F8}" destId="{FA682334-6B80-40BC-B5D5-D9EC88C93390}" srcOrd="1" destOrd="0" parTransId="{7020519C-E129-48E7-9F28-5757D69B3D92}" sibTransId="{E38FC474-0926-4752-B1B6-065D3B35C456}"/>
    <dgm:cxn modelId="{B9EBCA42-3932-4722-9153-4AC61AF6DBBC}" srcId="{CF45AC1E-DE7D-495D-9FBE-E564974076F8}" destId="{6664C2C4-6759-4B60-9E1B-DF8AFA2EB799}" srcOrd="2" destOrd="0" parTransId="{C4C597D8-E464-4C2F-A49B-50F5077204E2}" sibTransId="{C13578A0-412A-4EE7-A2EE-639694AB6B2A}"/>
    <dgm:cxn modelId="{DBA7F55A-9920-4774-959F-216F45ED8F10}" type="presOf" srcId="{CF45AC1E-DE7D-495D-9FBE-E564974076F8}" destId="{D67A07B4-B6B6-42AC-B780-8E48B6ECC5AF}" srcOrd="0" destOrd="0" presId="urn:microsoft.com/office/officeart/2005/8/layout/matrix3"/>
    <dgm:cxn modelId="{E4F4C8A3-3170-441D-A15F-A64C1CD5C6D0}" type="presOf" srcId="{6664C2C4-6759-4B60-9E1B-DF8AFA2EB799}" destId="{6FCF51DB-F646-4DB9-BB86-7FD2D9CE4001}" srcOrd="0" destOrd="0" presId="urn:microsoft.com/office/officeart/2005/8/layout/matrix3"/>
    <dgm:cxn modelId="{AF9A3CB1-A137-4EA2-A4EF-F5B2C1980A5E}" type="presOf" srcId="{FA682334-6B80-40BC-B5D5-D9EC88C93390}" destId="{01E20F54-6AB6-4640-9397-6F93BE886E8C}" srcOrd="0" destOrd="0" presId="urn:microsoft.com/office/officeart/2005/8/layout/matrix3"/>
    <dgm:cxn modelId="{F8D3AED9-5E84-44B1-8F78-3B0233CCB193}" type="presOf" srcId="{6C0ADF24-756C-44DD-B8AC-DC62160A724B}" destId="{3A39687A-B4F7-439B-AFE3-81D05B5A64C5}" srcOrd="0" destOrd="0" presId="urn:microsoft.com/office/officeart/2005/8/layout/matrix3"/>
    <dgm:cxn modelId="{E3C74FF4-7F94-4BF8-9B4C-459E8A6E5673}" srcId="{CF45AC1E-DE7D-495D-9FBE-E564974076F8}" destId="{6C0ADF24-756C-44DD-B8AC-DC62160A724B}" srcOrd="0" destOrd="0" parTransId="{4EF991B9-4AFE-41CF-ACCB-DE665BAF618F}" sibTransId="{551F1A57-DFFF-4D27-A51F-3541416EE69F}"/>
    <dgm:cxn modelId="{F8BBACAC-05B3-4408-9B70-0B060F817D5C}" type="presParOf" srcId="{D67A07B4-B6B6-42AC-B780-8E48B6ECC5AF}" destId="{9AFB3EB4-8274-47E4-A5FC-993E6A7BA5BF}" srcOrd="0" destOrd="0" presId="urn:microsoft.com/office/officeart/2005/8/layout/matrix3"/>
    <dgm:cxn modelId="{603FD5DD-D0AD-4E5F-9D2F-5CDFB3972E77}" type="presParOf" srcId="{D67A07B4-B6B6-42AC-B780-8E48B6ECC5AF}" destId="{3A39687A-B4F7-439B-AFE3-81D05B5A64C5}" srcOrd="1" destOrd="0" presId="urn:microsoft.com/office/officeart/2005/8/layout/matrix3"/>
    <dgm:cxn modelId="{ECB41041-A593-44A0-91ED-0159729D3217}" type="presParOf" srcId="{D67A07B4-B6B6-42AC-B780-8E48B6ECC5AF}" destId="{01E20F54-6AB6-4640-9397-6F93BE886E8C}" srcOrd="2" destOrd="0" presId="urn:microsoft.com/office/officeart/2005/8/layout/matrix3"/>
    <dgm:cxn modelId="{3C920069-0638-48BD-85CD-36D4B9954613}" type="presParOf" srcId="{D67A07B4-B6B6-42AC-B780-8E48B6ECC5AF}" destId="{6FCF51DB-F646-4DB9-BB86-7FD2D9CE4001}" srcOrd="3" destOrd="0" presId="urn:microsoft.com/office/officeart/2005/8/layout/matrix3"/>
    <dgm:cxn modelId="{61C143AE-2538-4D6D-8C67-18535B1B23C0}" type="presParOf" srcId="{D67A07B4-B6B6-42AC-B780-8E48B6ECC5AF}" destId="{D294EA55-2ED1-4EBF-BC30-AC74EA6C6392}" srcOrd="4" destOrd="0" presId="urn:microsoft.com/office/officeart/2005/8/layout/matrix3"/>
  </dgm:cxnLst>
  <dgm:bg/>
  <dgm:whole/>
  <dgm:extLst>
    <a:ext uri="http://schemas.microsoft.com/office/drawing/2008/diagram">
      <dsp:dataModelExt xmlns:dsp="http://schemas.microsoft.com/office/drawing/2008/diagram" relId="rId2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F45AC1E-DE7D-495D-9FBE-E564974076F8}" type="doc">
      <dgm:prSet loTypeId="urn:microsoft.com/office/officeart/2005/8/layout/matrix3" loCatId="matrix" qsTypeId="urn:microsoft.com/office/officeart/2005/8/quickstyle/simple4" qsCatId="simple" csTypeId="urn:microsoft.com/office/officeart/2005/8/colors/colorful2" csCatId="colorful" phldr="1"/>
      <dgm:spPr/>
      <dgm:t>
        <a:bodyPr/>
        <a:lstStyle/>
        <a:p>
          <a:endParaRPr lang="en-US"/>
        </a:p>
      </dgm:t>
    </dgm:pt>
    <dgm:pt modelId="{FA682334-6B80-40BC-B5D5-D9EC88C93390}">
      <dgm:prSet custT="1"/>
      <dgm:spPr/>
      <dgm:t>
        <a:bodyPr/>
        <a:lstStyle/>
        <a:p>
          <a:r>
            <a:rPr lang="fr-FR" sz="900" b="1" dirty="0" err="1">
              <a:solidFill>
                <a:schemeClr val="tx1"/>
              </a:solidFill>
            </a:rPr>
            <a:t>id_departement</a:t>
          </a:r>
          <a:r>
            <a:rPr lang="fr-FR" sz="900" dirty="0">
              <a:solidFill>
                <a:schemeClr val="tx1"/>
              </a:solidFill>
            </a:rPr>
            <a:t>: identifiant interne du département</a:t>
          </a:r>
          <a:endParaRPr lang="en-US" sz="900" dirty="0">
            <a:solidFill>
              <a:schemeClr val="tx1"/>
            </a:solidFill>
          </a:endParaRPr>
        </a:p>
      </dgm:t>
    </dgm:pt>
    <dgm:pt modelId="{7020519C-E129-48E7-9F28-5757D69B3D92}" type="parTrans" cxnId="{9B8D3D0C-885B-431B-8AD5-DC4E977767FE}">
      <dgm:prSet/>
      <dgm:spPr/>
      <dgm:t>
        <a:bodyPr/>
        <a:lstStyle/>
        <a:p>
          <a:endParaRPr lang="en-US" sz="2400">
            <a:solidFill>
              <a:schemeClr val="tx1"/>
            </a:solidFill>
          </a:endParaRPr>
        </a:p>
      </dgm:t>
    </dgm:pt>
    <dgm:pt modelId="{E38FC474-0926-4752-B1B6-065D3B35C456}" type="sibTrans" cxnId="{9B8D3D0C-885B-431B-8AD5-DC4E977767FE}">
      <dgm:prSet/>
      <dgm:spPr/>
      <dgm:t>
        <a:bodyPr/>
        <a:lstStyle/>
        <a:p>
          <a:endParaRPr lang="en-US" sz="2400">
            <a:solidFill>
              <a:schemeClr val="tx1"/>
            </a:solidFill>
          </a:endParaRPr>
        </a:p>
      </dgm:t>
    </dgm:pt>
    <dgm:pt modelId="{325781E3-ADC1-4823-A407-97A351095373}">
      <dgm:prSet custT="1"/>
      <dgm:spPr/>
      <dgm:t>
        <a:bodyPr/>
        <a:lstStyle/>
        <a:p>
          <a:r>
            <a:rPr lang="fr-FR" sz="900" b="1" dirty="0" err="1">
              <a:solidFill>
                <a:schemeClr val="tx1"/>
              </a:solidFill>
            </a:rPr>
            <a:t>code_departement</a:t>
          </a:r>
          <a:r>
            <a:rPr lang="fr-FR" sz="900" dirty="0">
              <a:solidFill>
                <a:schemeClr val="tx1"/>
              </a:solidFill>
            </a:rPr>
            <a:t>: code officiel du département</a:t>
          </a:r>
          <a:endParaRPr lang="en-US" sz="900" dirty="0">
            <a:solidFill>
              <a:schemeClr val="tx1"/>
            </a:solidFill>
          </a:endParaRPr>
        </a:p>
      </dgm:t>
    </dgm:pt>
    <dgm:pt modelId="{C60B7400-CEFD-425E-AC79-9D817CAFF62F}" type="parTrans" cxnId="{9D44F909-27F1-4E6D-9EFF-749EB3F9923B}">
      <dgm:prSet/>
      <dgm:spPr/>
      <dgm:t>
        <a:bodyPr/>
        <a:lstStyle/>
        <a:p>
          <a:endParaRPr lang="fr-FR"/>
        </a:p>
      </dgm:t>
    </dgm:pt>
    <dgm:pt modelId="{F4ED879B-D271-4850-8EF7-EEF1E0EACEB9}" type="sibTrans" cxnId="{9D44F909-27F1-4E6D-9EFF-749EB3F9923B}">
      <dgm:prSet/>
      <dgm:spPr/>
      <dgm:t>
        <a:bodyPr/>
        <a:lstStyle/>
        <a:p>
          <a:endParaRPr lang="fr-FR"/>
        </a:p>
      </dgm:t>
    </dgm:pt>
    <dgm:pt modelId="{BFA65799-FD10-4D14-8C2D-6C059CD9EC4C}">
      <dgm:prSet custT="1"/>
      <dgm:spPr/>
      <dgm:t>
        <a:bodyPr/>
        <a:lstStyle/>
        <a:p>
          <a:r>
            <a:rPr lang="fr-FR" sz="900" b="1" dirty="0" err="1">
              <a:solidFill>
                <a:schemeClr val="tx1"/>
              </a:solidFill>
            </a:rPr>
            <a:t>nom_departement</a:t>
          </a:r>
          <a:r>
            <a:rPr lang="fr-FR" sz="900" dirty="0">
              <a:solidFill>
                <a:schemeClr val="tx1"/>
              </a:solidFill>
            </a:rPr>
            <a:t>: nom du département</a:t>
          </a:r>
        </a:p>
      </dgm:t>
    </dgm:pt>
    <dgm:pt modelId="{D8E95DF6-6EFD-4CEC-8FCF-3917F83D8227}" type="parTrans" cxnId="{FFB6C3B6-BA5A-44CB-9120-CBDABA7922A3}">
      <dgm:prSet/>
      <dgm:spPr/>
      <dgm:t>
        <a:bodyPr/>
        <a:lstStyle/>
        <a:p>
          <a:endParaRPr lang="fr-FR"/>
        </a:p>
      </dgm:t>
    </dgm:pt>
    <dgm:pt modelId="{BFCBD688-E51A-4E69-9AE2-704A4CA0C34A}" type="sibTrans" cxnId="{FFB6C3B6-BA5A-44CB-9120-CBDABA7922A3}">
      <dgm:prSet/>
      <dgm:spPr/>
      <dgm:t>
        <a:bodyPr/>
        <a:lstStyle/>
        <a:p>
          <a:endParaRPr lang="fr-FR"/>
        </a:p>
      </dgm:t>
    </dgm:pt>
    <dgm:pt modelId="{D67A07B4-B6B6-42AC-B780-8E48B6ECC5AF}" type="pres">
      <dgm:prSet presAssocID="{CF45AC1E-DE7D-495D-9FBE-E564974076F8}" presName="matrix" presStyleCnt="0">
        <dgm:presLayoutVars>
          <dgm:chMax val="1"/>
          <dgm:dir/>
          <dgm:resizeHandles val="exact"/>
        </dgm:presLayoutVars>
      </dgm:prSet>
      <dgm:spPr/>
    </dgm:pt>
    <dgm:pt modelId="{9AFB3EB4-8274-47E4-A5FC-993E6A7BA5BF}" type="pres">
      <dgm:prSet presAssocID="{CF45AC1E-DE7D-495D-9FBE-E564974076F8}" presName="diamond" presStyleLbl="bgShp" presStyleIdx="0" presStyleCnt="1" custScaleX="117368"/>
      <dgm:spPr/>
    </dgm:pt>
    <dgm:pt modelId="{3A39687A-B4F7-439B-AFE3-81D05B5A64C5}" type="pres">
      <dgm:prSet presAssocID="{CF45AC1E-DE7D-495D-9FBE-E564974076F8}" presName="quad1" presStyleLbl="node1" presStyleIdx="0" presStyleCnt="4">
        <dgm:presLayoutVars>
          <dgm:chMax val="0"/>
          <dgm:chPref val="0"/>
          <dgm:bulletEnabled val="1"/>
        </dgm:presLayoutVars>
      </dgm:prSet>
      <dgm:spPr/>
    </dgm:pt>
    <dgm:pt modelId="{01E20F54-6AB6-4640-9397-6F93BE886E8C}" type="pres">
      <dgm:prSet presAssocID="{CF45AC1E-DE7D-495D-9FBE-E564974076F8}" presName="quad2" presStyleLbl="node1" presStyleIdx="1" presStyleCnt="4">
        <dgm:presLayoutVars>
          <dgm:chMax val="0"/>
          <dgm:chPref val="0"/>
          <dgm:bulletEnabled val="1"/>
        </dgm:presLayoutVars>
      </dgm:prSet>
      <dgm:spPr/>
    </dgm:pt>
    <dgm:pt modelId="{6FCF51DB-F646-4DB9-BB86-7FD2D9CE4001}" type="pres">
      <dgm:prSet presAssocID="{CF45AC1E-DE7D-495D-9FBE-E564974076F8}" presName="quad3" presStyleLbl="node1" presStyleIdx="2" presStyleCnt="4">
        <dgm:presLayoutVars>
          <dgm:chMax val="0"/>
          <dgm:chPref val="0"/>
          <dgm:bulletEnabled val="1"/>
        </dgm:presLayoutVars>
      </dgm:prSet>
      <dgm:spPr/>
    </dgm:pt>
    <dgm:pt modelId="{D294EA55-2ED1-4EBF-BC30-AC74EA6C6392}" type="pres">
      <dgm:prSet presAssocID="{CF45AC1E-DE7D-495D-9FBE-E564974076F8}" presName="quad4" presStyleLbl="node1" presStyleIdx="3" presStyleCnt="4">
        <dgm:presLayoutVars>
          <dgm:chMax val="0"/>
          <dgm:chPref val="0"/>
          <dgm:bulletEnabled val="1"/>
        </dgm:presLayoutVars>
      </dgm:prSet>
      <dgm:spPr/>
    </dgm:pt>
  </dgm:ptLst>
  <dgm:cxnLst>
    <dgm:cxn modelId="{9D44F909-27F1-4E6D-9EFF-749EB3F9923B}" srcId="{CF45AC1E-DE7D-495D-9FBE-E564974076F8}" destId="{325781E3-ADC1-4823-A407-97A351095373}" srcOrd="1" destOrd="0" parTransId="{C60B7400-CEFD-425E-AC79-9D817CAFF62F}" sibTransId="{F4ED879B-D271-4850-8EF7-EEF1E0EACEB9}"/>
    <dgm:cxn modelId="{9B8D3D0C-885B-431B-8AD5-DC4E977767FE}" srcId="{CF45AC1E-DE7D-495D-9FBE-E564974076F8}" destId="{FA682334-6B80-40BC-B5D5-D9EC88C93390}" srcOrd="0" destOrd="0" parTransId="{7020519C-E129-48E7-9F28-5757D69B3D92}" sibTransId="{E38FC474-0926-4752-B1B6-065D3B35C456}"/>
    <dgm:cxn modelId="{0E3D511E-AB91-4648-B59E-6AA395A79F3E}" type="presOf" srcId="{325781E3-ADC1-4823-A407-97A351095373}" destId="{01E20F54-6AB6-4640-9397-6F93BE886E8C}" srcOrd="0" destOrd="0" presId="urn:microsoft.com/office/officeart/2005/8/layout/matrix3"/>
    <dgm:cxn modelId="{800FCF50-BEAB-4E56-867D-D1E86257A5D4}" type="presOf" srcId="{FA682334-6B80-40BC-B5D5-D9EC88C93390}" destId="{3A39687A-B4F7-439B-AFE3-81D05B5A64C5}" srcOrd="0" destOrd="0" presId="urn:microsoft.com/office/officeart/2005/8/layout/matrix3"/>
    <dgm:cxn modelId="{DBA7F55A-9920-4774-959F-216F45ED8F10}" type="presOf" srcId="{CF45AC1E-DE7D-495D-9FBE-E564974076F8}" destId="{D67A07B4-B6B6-42AC-B780-8E48B6ECC5AF}" srcOrd="0" destOrd="0" presId="urn:microsoft.com/office/officeart/2005/8/layout/matrix3"/>
    <dgm:cxn modelId="{FFB6C3B6-BA5A-44CB-9120-CBDABA7922A3}" srcId="{CF45AC1E-DE7D-495D-9FBE-E564974076F8}" destId="{BFA65799-FD10-4D14-8C2D-6C059CD9EC4C}" srcOrd="2" destOrd="0" parTransId="{D8E95DF6-6EFD-4CEC-8FCF-3917F83D8227}" sibTransId="{BFCBD688-E51A-4E69-9AE2-704A4CA0C34A}"/>
    <dgm:cxn modelId="{410A5AFE-9B5E-491D-9D33-1D69307A2427}" type="presOf" srcId="{BFA65799-FD10-4D14-8C2D-6C059CD9EC4C}" destId="{6FCF51DB-F646-4DB9-BB86-7FD2D9CE4001}" srcOrd="0" destOrd="0" presId="urn:microsoft.com/office/officeart/2005/8/layout/matrix3"/>
    <dgm:cxn modelId="{F8BBACAC-05B3-4408-9B70-0B060F817D5C}" type="presParOf" srcId="{D67A07B4-B6B6-42AC-B780-8E48B6ECC5AF}" destId="{9AFB3EB4-8274-47E4-A5FC-993E6A7BA5BF}" srcOrd="0" destOrd="0" presId="urn:microsoft.com/office/officeart/2005/8/layout/matrix3"/>
    <dgm:cxn modelId="{603FD5DD-D0AD-4E5F-9D2F-5CDFB3972E77}" type="presParOf" srcId="{D67A07B4-B6B6-42AC-B780-8E48B6ECC5AF}" destId="{3A39687A-B4F7-439B-AFE3-81D05B5A64C5}" srcOrd="1" destOrd="0" presId="urn:microsoft.com/office/officeart/2005/8/layout/matrix3"/>
    <dgm:cxn modelId="{ECB41041-A593-44A0-91ED-0159729D3217}" type="presParOf" srcId="{D67A07B4-B6B6-42AC-B780-8E48B6ECC5AF}" destId="{01E20F54-6AB6-4640-9397-6F93BE886E8C}" srcOrd="2" destOrd="0" presId="urn:microsoft.com/office/officeart/2005/8/layout/matrix3"/>
    <dgm:cxn modelId="{3C920069-0638-48BD-85CD-36D4B9954613}" type="presParOf" srcId="{D67A07B4-B6B6-42AC-B780-8E48B6ECC5AF}" destId="{6FCF51DB-F646-4DB9-BB86-7FD2D9CE4001}" srcOrd="3" destOrd="0" presId="urn:microsoft.com/office/officeart/2005/8/layout/matrix3"/>
    <dgm:cxn modelId="{61C143AE-2538-4D6D-8C67-18535B1B23C0}" type="presParOf" srcId="{D67A07B4-B6B6-42AC-B780-8E48B6ECC5AF}" destId="{D294EA55-2ED1-4EBF-BC30-AC74EA6C6392}" srcOrd="4" destOrd="0" presId="urn:microsoft.com/office/officeart/2005/8/layout/matrix3"/>
  </dgm:cxnLst>
  <dgm:bg/>
  <dgm:whole/>
  <dgm:extLst>
    <a:ext uri="http://schemas.microsoft.com/office/drawing/2008/diagram">
      <dsp:dataModelExt xmlns:dsp="http://schemas.microsoft.com/office/drawing/2008/diagram" relId="rId3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5CC80C-DD77-4A1C-B987-2DE9CD95F5CE}">
      <dsp:nvSpPr>
        <dsp:cNvPr id="0" name=""/>
        <dsp:cNvSpPr/>
      </dsp:nvSpPr>
      <dsp:spPr>
        <a:xfrm>
          <a:off x="0" y="2835"/>
          <a:ext cx="7315200" cy="0"/>
        </a:xfrm>
        <a:prstGeom prst="line">
          <a:avLst/>
        </a:prstGeom>
        <a:solidFill>
          <a:schemeClr val="accent2">
            <a:shade val="50000"/>
            <a:hueOff val="0"/>
            <a:satOff val="0"/>
            <a:lumOff val="0"/>
            <a:alphaOff val="0"/>
          </a:schemeClr>
        </a:solidFill>
        <a:ln w="12700" cap="flat" cmpd="sng" algn="ctr">
          <a:solidFill>
            <a:schemeClr val="accent2">
              <a:shade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35E9E26-F408-4AD1-8035-EE2B2CD4EA50}">
      <dsp:nvSpPr>
        <dsp:cNvPr id="0" name=""/>
        <dsp:cNvSpPr/>
      </dsp:nvSpPr>
      <dsp:spPr>
        <a:xfrm>
          <a:off x="0" y="2835"/>
          <a:ext cx="7315200" cy="966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fr-FR" sz="2600" kern="1200"/>
            <a:t>Quel est le </a:t>
          </a:r>
          <a:r>
            <a:rPr lang="fr-FR" sz="2600" b="1" kern="1200"/>
            <a:t>prix moyen de vente</a:t>
          </a:r>
          <a:r>
            <a:rPr lang="fr-FR" sz="2600" kern="1200"/>
            <a:t> des biens immobiliers ?</a:t>
          </a:r>
          <a:endParaRPr lang="en-US" sz="2600" kern="1200"/>
        </a:p>
      </dsp:txBody>
      <dsp:txXfrm>
        <a:off x="0" y="2835"/>
        <a:ext cx="7315200" cy="966794"/>
      </dsp:txXfrm>
    </dsp:sp>
    <dsp:sp modelId="{54D3FE1B-C153-4F05-BFD2-1502997F06F1}">
      <dsp:nvSpPr>
        <dsp:cNvPr id="0" name=""/>
        <dsp:cNvSpPr/>
      </dsp:nvSpPr>
      <dsp:spPr>
        <a:xfrm>
          <a:off x="0" y="969630"/>
          <a:ext cx="7315200" cy="0"/>
        </a:xfrm>
        <a:prstGeom prst="line">
          <a:avLst/>
        </a:prstGeom>
        <a:solidFill>
          <a:schemeClr val="accent2">
            <a:shade val="50000"/>
            <a:hueOff val="-175268"/>
            <a:satOff val="10749"/>
            <a:lumOff val="14549"/>
            <a:alphaOff val="0"/>
          </a:schemeClr>
        </a:solidFill>
        <a:ln w="12700" cap="flat" cmpd="sng" algn="ctr">
          <a:solidFill>
            <a:schemeClr val="accent2">
              <a:shade val="50000"/>
              <a:hueOff val="-175268"/>
              <a:satOff val="10749"/>
              <a:lumOff val="1454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9421857-262C-4440-B7E5-0DDA8501ED80}">
      <dsp:nvSpPr>
        <dsp:cNvPr id="0" name=""/>
        <dsp:cNvSpPr/>
      </dsp:nvSpPr>
      <dsp:spPr>
        <a:xfrm>
          <a:off x="0" y="969630"/>
          <a:ext cx="7315200" cy="966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fr-FR" sz="2600" kern="1200"/>
            <a:t>Quel est le </a:t>
          </a:r>
          <a:r>
            <a:rPr lang="fr-FR" sz="2600" b="1" kern="1200"/>
            <a:t>prix moyen au m²</a:t>
          </a:r>
          <a:r>
            <a:rPr lang="fr-FR" sz="2600" kern="1200"/>
            <a:t>, globalement et par zone géographique ?</a:t>
          </a:r>
          <a:endParaRPr lang="en-US" sz="2600" kern="1200"/>
        </a:p>
      </dsp:txBody>
      <dsp:txXfrm>
        <a:off x="0" y="969630"/>
        <a:ext cx="7315200" cy="966794"/>
      </dsp:txXfrm>
    </dsp:sp>
    <dsp:sp modelId="{4C4832EE-D386-41F7-AC2B-3C4710F65F94}">
      <dsp:nvSpPr>
        <dsp:cNvPr id="0" name=""/>
        <dsp:cNvSpPr/>
      </dsp:nvSpPr>
      <dsp:spPr>
        <a:xfrm>
          <a:off x="0" y="1936425"/>
          <a:ext cx="7315200" cy="0"/>
        </a:xfrm>
        <a:prstGeom prst="line">
          <a:avLst/>
        </a:prstGeom>
        <a:solidFill>
          <a:schemeClr val="accent2">
            <a:shade val="50000"/>
            <a:hueOff val="-350535"/>
            <a:satOff val="21499"/>
            <a:lumOff val="29098"/>
            <a:alphaOff val="0"/>
          </a:schemeClr>
        </a:solidFill>
        <a:ln w="12700" cap="flat" cmpd="sng" algn="ctr">
          <a:solidFill>
            <a:schemeClr val="accent2">
              <a:shade val="50000"/>
              <a:hueOff val="-350535"/>
              <a:satOff val="21499"/>
              <a:lumOff val="2909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D68EC2-80DC-44AE-899E-BF74FFDB472C}">
      <dsp:nvSpPr>
        <dsp:cNvPr id="0" name=""/>
        <dsp:cNvSpPr/>
      </dsp:nvSpPr>
      <dsp:spPr>
        <a:xfrm>
          <a:off x="0" y="1936425"/>
          <a:ext cx="7315200" cy="966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fr-FR" sz="2600" kern="1200"/>
            <a:t>Comment </a:t>
          </a:r>
          <a:r>
            <a:rPr lang="fr-FR" sz="2600" b="1" kern="1200"/>
            <a:t>évoluent les prix de vente dans le temps</a:t>
          </a:r>
          <a:r>
            <a:rPr lang="fr-FR" sz="2600" kern="1200"/>
            <a:t> (par année / mois) ?</a:t>
          </a:r>
          <a:endParaRPr lang="en-US" sz="2600" kern="1200"/>
        </a:p>
      </dsp:txBody>
      <dsp:txXfrm>
        <a:off x="0" y="1936425"/>
        <a:ext cx="7315200" cy="966794"/>
      </dsp:txXfrm>
    </dsp:sp>
    <dsp:sp modelId="{DC36152D-DC3D-43F3-8519-7D90ECD759F6}">
      <dsp:nvSpPr>
        <dsp:cNvPr id="0" name=""/>
        <dsp:cNvSpPr/>
      </dsp:nvSpPr>
      <dsp:spPr>
        <a:xfrm>
          <a:off x="0" y="2903220"/>
          <a:ext cx="7315200" cy="0"/>
        </a:xfrm>
        <a:prstGeom prst="line">
          <a:avLst/>
        </a:prstGeom>
        <a:solidFill>
          <a:schemeClr val="accent2">
            <a:shade val="50000"/>
            <a:hueOff val="-525803"/>
            <a:satOff val="32248"/>
            <a:lumOff val="43647"/>
            <a:alphaOff val="0"/>
          </a:schemeClr>
        </a:solidFill>
        <a:ln w="12700" cap="flat" cmpd="sng" algn="ctr">
          <a:solidFill>
            <a:schemeClr val="accent2">
              <a:shade val="50000"/>
              <a:hueOff val="-525803"/>
              <a:satOff val="32248"/>
              <a:lumOff val="4364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9348CF-6456-4A96-8E76-3B336AD157D5}">
      <dsp:nvSpPr>
        <dsp:cNvPr id="0" name=""/>
        <dsp:cNvSpPr/>
      </dsp:nvSpPr>
      <dsp:spPr>
        <a:xfrm>
          <a:off x="0" y="2903220"/>
          <a:ext cx="7315200" cy="966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fr-FR" sz="2600" kern="1200"/>
            <a:t>Quelles sont les </a:t>
          </a:r>
          <a:r>
            <a:rPr lang="fr-FR" sz="2600" b="1" kern="1200"/>
            <a:t>villes ou zones géographiques les plus chères</a:t>
          </a:r>
          <a:r>
            <a:rPr lang="fr-FR" sz="2600" kern="1200"/>
            <a:t> ?</a:t>
          </a:r>
          <a:endParaRPr lang="en-US" sz="2600" kern="1200"/>
        </a:p>
      </dsp:txBody>
      <dsp:txXfrm>
        <a:off x="0" y="2903220"/>
        <a:ext cx="7315200" cy="966794"/>
      </dsp:txXfrm>
    </dsp:sp>
    <dsp:sp modelId="{502F58AE-3691-4ED9-A23F-DDF456385AC4}">
      <dsp:nvSpPr>
        <dsp:cNvPr id="0" name=""/>
        <dsp:cNvSpPr/>
      </dsp:nvSpPr>
      <dsp:spPr>
        <a:xfrm>
          <a:off x="0" y="3870014"/>
          <a:ext cx="7315200" cy="0"/>
        </a:xfrm>
        <a:prstGeom prst="line">
          <a:avLst/>
        </a:prstGeom>
        <a:solidFill>
          <a:schemeClr val="accent2">
            <a:shade val="50000"/>
            <a:hueOff val="-350535"/>
            <a:satOff val="21499"/>
            <a:lumOff val="29098"/>
            <a:alphaOff val="0"/>
          </a:schemeClr>
        </a:solidFill>
        <a:ln w="12700" cap="flat" cmpd="sng" algn="ctr">
          <a:solidFill>
            <a:schemeClr val="accent2">
              <a:shade val="50000"/>
              <a:hueOff val="-350535"/>
              <a:satOff val="21499"/>
              <a:lumOff val="2909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82C125E-1D1A-45E4-9B42-56557FA69FD4}">
      <dsp:nvSpPr>
        <dsp:cNvPr id="0" name=""/>
        <dsp:cNvSpPr/>
      </dsp:nvSpPr>
      <dsp:spPr>
        <a:xfrm>
          <a:off x="0" y="3870014"/>
          <a:ext cx="7315200" cy="966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fr-FR" sz="2600" kern="1200"/>
            <a:t>Le </a:t>
          </a:r>
          <a:r>
            <a:rPr lang="fr-FR" sz="2600" b="1" kern="1200"/>
            <a:t>type de bien</a:t>
          </a:r>
          <a:r>
            <a:rPr lang="fr-FR" sz="2600" kern="1200"/>
            <a:t> (maison ou appartement) a-t-il un impact sur le prix de vente ?</a:t>
          </a:r>
          <a:endParaRPr lang="en-US" sz="2600" kern="1200"/>
        </a:p>
      </dsp:txBody>
      <dsp:txXfrm>
        <a:off x="0" y="3870014"/>
        <a:ext cx="7315200" cy="966794"/>
      </dsp:txXfrm>
    </dsp:sp>
    <dsp:sp modelId="{EF9E1DC2-1D05-49A7-9F19-6783D0721CB6}">
      <dsp:nvSpPr>
        <dsp:cNvPr id="0" name=""/>
        <dsp:cNvSpPr/>
      </dsp:nvSpPr>
      <dsp:spPr>
        <a:xfrm>
          <a:off x="0" y="4836809"/>
          <a:ext cx="7315200" cy="0"/>
        </a:xfrm>
        <a:prstGeom prst="line">
          <a:avLst/>
        </a:prstGeom>
        <a:solidFill>
          <a:schemeClr val="accent2">
            <a:shade val="50000"/>
            <a:hueOff val="-175268"/>
            <a:satOff val="10749"/>
            <a:lumOff val="14549"/>
            <a:alphaOff val="0"/>
          </a:schemeClr>
        </a:solidFill>
        <a:ln w="12700" cap="flat" cmpd="sng" algn="ctr">
          <a:solidFill>
            <a:schemeClr val="accent2">
              <a:shade val="50000"/>
              <a:hueOff val="-175268"/>
              <a:satOff val="10749"/>
              <a:lumOff val="1454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EC18FC1-8541-4AC6-9C9B-0339A6C4AF71}">
      <dsp:nvSpPr>
        <dsp:cNvPr id="0" name=""/>
        <dsp:cNvSpPr/>
      </dsp:nvSpPr>
      <dsp:spPr>
        <a:xfrm>
          <a:off x="0" y="4836809"/>
          <a:ext cx="7315200" cy="966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fr-FR" sz="2600" kern="1200"/>
            <a:t>Quels </a:t>
          </a:r>
          <a:r>
            <a:rPr lang="fr-FR" sz="2600" b="1" kern="1200"/>
            <a:t>critères du bien</a:t>
          </a:r>
          <a:r>
            <a:rPr lang="fr-FR" sz="2600" kern="1200"/>
            <a:t> (surface, nombre de pièces, localisation…) influencent le prix ?</a:t>
          </a:r>
          <a:endParaRPr lang="en-US" sz="2600" kern="1200"/>
        </a:p>
      </dsp:txBody>
      <dsp:txXfrm>
        <a:off x="0" y="4836809"/>
        <a:ext cx="7315200" cy="96679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78E60A-4B07-4208-BE1B-F9AA5D99E597}">
      <dsp:nvSpPr>
        <dsp:cNvPr id="0" name=""/>
        <dsp:cNvSpPr/>
      </dsp:nvSpPr>
      <dsp:spPr>
        <a:xfrm>
          <a:off x="2894460" y="408819"/>
          <a:ext cx="5983856" cy="5983856"/>
        </a:xfrm>
        <a:prstGeom prst="pie">
          <a:avLst>
            <a:gd name="adj1" fmla="val 16200000"/>
            <a:gd name="adj2" fmla="val 19285716"/>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fr-FR" sz="1000" b="1" kern="1200" dirty="0"/>
            <a:t>Bien immobilier</a:t>
          </a:r>
          <a:r>
            <a:rPr lang="fr-FR" sz="1000" kern="1200" dirty="0"/>
            <a:t> : représente un bien fixe non déplaçable (maison, appartement, terrain, local), objet d’une ou plusieurs transactions.</a:t>
          </a:r>
          <a:endParaRPr lang="en-US" sz="1000" kern="1200" dirty="0"/>
        </a:p>
      </dsp:txBody>
      <dsp:txXfrm>
        <a:off x="5945514" y="978710"/>
        <a:ext cx="1638436" cy="1032927"/>
      </dsp:txXfrm>
    </dsp:sp>
    <dsp:sp modelId="{29E12E25-F762-4B15-9671-D24F13C91E06}">
      <dsp:nvSpPr>
        <dsp:cNvPr id="0" name=""/>
        <dsp:cNvSpPr/>
      </dsp:nvSpPr>
      <dsp:spPr>
        <a:xfrm>
          <a:off x="2900697" y="391800"/>
          <a:ext cx="5983856" cy="5983856"/>
        </a:xfrm>
        <a:prstGeom prst="pie">
          <a:avLst>
            <a:gd name="adj1" fmla="val 19285716"/>
            <a:gd name="adj2" fmla="val 771428"/>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fr-FR" sz="1000" b="1" kern="1200" dirty="0"/>
            <a:t>Type de bien</a:t>
          </a:r>
          <a:r>
            <a:rPr lang="fr-FR" sz="1000" kern="1200" dirty="0"/>
            <a:t> : désigne la nature du bien et permet de distinguer les différents types de biens immobiliers (maison, appartement, etc.).</a:t>
          </a:r>
          <a:endParaRPr lang="en-US" sz="1000" kern="1200" dirty="0"/>
        </a:p>
      </dsp:txBody>
      <dsp:txXfrm>
        <a:off x="6996789" y="2528891"/>
        <a:ext cx="1738167" cy="1104163"/>
      </dsp:txXfrm>
    </dsp:sp>
    <dsp:sp modelId="{A423C02A-6489-44B2-8F3B-858FA290A7A8}">
      <dsp:nvSpPr>
        <dsp:cNvPr id="0" name=""/>
        <dsp:cNvSpPr/>
      </dsp:nvSpPr>
      <dsp:spPr>
        <a:xfrm>
          <a:off x="3239057" y="613692"/>
          <a:ext cx="5983856" cy="5983856"/>
        </a:xfrm>
        <a:prstGeom prst="pie">
          <a:avLst>
            <a:gd name="adj1" fmla="val 771428"/>
            <a:gd name="adj2" fmla="val 3857143"/>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fr-FR" sz="1000" b="1" kern="1200" dirty="0"/>
            <a:t>Transaction</a:t>
          </a:r>
          <a:r>
            <a:rPr lang="fr-FR" sz="1000" kern="1200" dirty="0"/>
            <a:t> : correspond à la vente d’un bien immobilier réalisée à une date donnée pour un montant donné.</a:t>
          </a:r>
          <a:endParaRPr lang="en-US" sz="1000" kern="1200" dirty="0"/>
        </a:p>
      </dsp:txBody>
      <dsp:txXfrm>
        <a:off x="7085822" y="4175511"/>
        <a:ext cx="1567200" cy="1139782"/>
      </dsp:txXfrm>
    </dsp:sp>
    <dsp:sp modelId="{DAB6B0C6-8446-4B61-AF46-02D7F1B71846}">
      <dsp:nvSpPr>
        <dsp:cNvPr id="0" name=""/>
        <dsp:cNvSpPr/>
      </dsp:nvSpPr>
      <dsp:spPr>
        <a:xfrm>
          <a:off x="2900697" y="391800"/>
          <a:ext cx="5983856" cy="5983856"/>
        </a:xfrm>
        <a:prstGeom prst="pie">
          <a:avLst>
            <a:gd name="adj1" fmla="val 3857226"/>
            <a:gd name="adj2" fmla="val 6942858"/>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fr-FR" sz="1000" b="1" kern="1200" dirty="0"/>
            <a:t>Données démographiques</a:t>
          </a:r>
          <a:r>
            <a:rPr lang="fr-FR" sz="1000" kern="1200" dirty="0"/>
            <a:t> : regroupent les informations issues des recensements permettant d’analyser l’évolution de la population d’une commune dans le temps.</a:t>
          </a:r>
          <a:endParaRPr lang="en-US" sz="1000" kern="1200" dirty="0"/>
        </a:p>
      </dsp:txBody>
      <dsp:txXfrm>
        <a:off x="5091216" y="5093401"/>
        <a:ext cx="1602818" cy="1139782"/>
      </dsp:txXfrm>
    </dsp:sp>
    <dsp:sp modelId="{EBE4D79D-A6AA-4D96-83A4-41CDE3B89D8C}">
      <dsp:nvSpPr>
        <dsp:cNvPr id="0" name=""/>
        <dsp:cNvSpPr/>
      </dsp:nvSpPr>
      <dsp:spPr>
        <a:xfrm>
          <a:off x="2900697" y="391800"/>
          <a:ext cx="5983856" cy="5983856"/>
        </a:xfrm>
        <a:prstGeom prst="pie">
          <a:avLst>
            <a:gd name="adj1" fmla="val 6942858"/>
            <a:gd name="adj2" fmla="val 10028574"/>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fr-FR" sz="1000" b="1" kern="1200"/>
            <a:t>Commune</a:t>
          </a:r>
          <a:r>
            <a:rPr lang="fr-FR" sz="1000" kern="1200"/>
            <a:t> : plus petite subdivision administrative du territoire français, identifiée par un code INSEE et utilisée comme niveau principal d’analyse géographique.</a:t>
          </a:r>
          <a:endParaRPr lang="en-US" sz="1000" kern="1200"/>
        </a:p>
      </dsp:txBody>
      <dsp:txXfrm>
        <a:off x="3470588" y="3953619"/>
        <a:ext cx="1567200" cy="1139782"/>
      </dsp:txXfrm>
    </dsp:sp>
    <dsp:sp modelId="{8F98EF9A-F728-4E58-BFFA-0DBBDAB4C28B}">
      <dsp:nvSpPr>
        <dsp:cNvPr id="0" name=""/>
        <dsp:cNvSpPr/>
      </dsp:nvSpPr>
      <dsp:spPr>
        <a:xfrm>
          <a:off x="2900697" y="391800"/>
          <a:ext cx="5983856" cy="5983856"/>
        </a:xfrm>
        <a:prstGeom prst="pie">
          <a:avLst>
            <a:gd name="adj1" fmla="val 10028574"/>
            <a:gd name="adj2" fmla="val 13114284"/>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fr-FR" sz="1000" b="1" kern="1200"/>
            <a:t>Département</a:t>
          </a:r>
          <a:r>
            <a:rPr lang="fr-FR" sz="1000" kern="1200"/>
            <a:t> : division administrative du territoire français regroupant plusieurs communes, utilisée comme niveau intermédiaire d’analyse géographique.</a:t>
          </a:r>
          <a:endParaRPr lang="en-US" sz="1000" kern="1200"/>
        </a:p>
      </dsp:txBody>
      <dsp:txXfrm>
        <a:off x="3050294" y="2528891"/>
        <a:ext cx="1738167" cy="1104163"/>
      </dsp:txXfrm>
    </dsp:sp>
    <dsp:sp modelId="{0CD90342-7C72-4E79-81AC-007B3E3E383A}">
      <dsp:nvSpPr>
        <dsp:cNvPr id="0" name=""/>
        <dsp:cNvSpPr/>
      </dsp:nvSpPr>
      <dsp:spPr>
        <a:xfrm>
          <a:off x="2900697" y="391800"/>
          <a:ext cx="5983856" cy="5983856"/>
        </a:xfrm>
        <a:prstGeom prst="pie">
          <a:avLst>
            <a:gd name="adj1" fmla="val 13114284"/>
            <a:gd name="adj2" fmla="val 1620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fr-FR" sz="1000" b="1" kern="1200"/>
            <a:t>Région</a:t>
          </a:r>
          <a:r>
            <a:rPr lang="fr-FR" sz="1000" kern="1200"/>
            <a:t> : entité administrative regroupant plusieurs départements, correspondant au niveau géographique le plus large d’analyse.</a:t>
          </a:r>
          <a:endParaRPr lang="en-US" sz="1000" kern="1200"/>
        </a:p>
      </dsp:txBody>
      <dsp:txXfrm>
        <a:off x="4197200" y="961691"/>
        <a:ext cx="1638436" cy="103292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1CF358-8AC9-42CE-81C1-99A5831CBCBD}">
      <dsp:nvSpPr>
        <dsp:cNvPr id="0" name=""/>
        <dsp:cNvSpPr/>
      </dsp:nvSpPr>
      <dsp:spPr>
        <a:xfrm>
          <a:off x="2084" y="76907"/>
          <a:ext cx="476043" cy="476043"/>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C100DF-F9BF-418B-9E51-3C5B9AA042D5}">
      <dsp:nvSpPr>
        <dsp:cNvPr id="0" name=""/>
        <dsp:cNvSpPr/>
      </dsp:nvSpPr>
      <dsp:spPr>
        <a:xfrm>
          <a:off x="102053" y="176876"/>
          <a:ext cx="276105" cy="27610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F85FFCC-0DD3-4D44-BC01-8D2A49CB0618}">
      <dsp:nvSpPr>
        <dsp:cNvPr id="0" name=""/>
        <dsp:cNvSpPr/>
      </dsp:nvSpPr>
      <dsp:spPr>
        <a:xfrm>
          <a:off x="580137" y="76907"/>
          <a:ext cx="1122103" cy="476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fr-FR" sz="1100" b="1" kern="1200" dirty="0" err="1"/>
            <a:t>id_transaction</a:t>
          </a:r>
          <a:r>
            <a:rPr lang="fr-FR" sz="1100" b="1" kern="1200" dirty="0"/>
            <a:t> </a:t>
          </a:r>
          <a:r>
            <a:rPr lang="fr-FR" sz="1100" kern="1200" dirty="0"/>
            <a:t>: identifiant unique de la transaction</a:t>
          </a:r>
          <a:endParaRPr lang="en-US" sz="1100" kern="1200" dirty="0"/>
        </a:p>
      </dsp:txBody>
      <dsp:txXfrm>
        <a:off x="580137" y="76907"/>
        <a:ext cx="1122103" cy="476043"/>
      </dsp:txXfrm>
    </dsp:sp>
    <dsp:sp modelId="{895F7A1A-CBD9-43D4-AD0F-09BB43D3CBE8}">
      <dsp:nvSpPr>
        <dsp:cNvPr id="0" name=""/>
        <dsp:cNvSpPr/>
      </dsp:nvSpPr>
      <dsp:spPr>
        <a:xfrm>
          <a:off x="1897758" y="76907"/>
          <a:ext cx="476043" cy="476043"/>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9A736C-140C-4C29-91FA-EC0136CBCF53}">
      <dsp:nvSpPr>
        <dsp:cNvPr id="0" name=""/>
        <dsp:cNvSpPr/>
      </dsp:nvSpPr>
      <dsp:spPr>
        <a:xfrm>
          <a:off x="1997728" y="176876"/>
          <a:ext cx="276105" cy="27610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D4ABB7-9372-4E1F-A312-76FD0432C831}">
      <dsp:nvSpPr>
        <dsp:cNvPr id="0" name=""/>
        <dsp:cNvSpPr/>
      </dsp:nvSpPr>
      <dsp:spPr>
        <a:xfrm>
          <a:off x="2475812" y="76907"/>
          <a:ext cx="1122103" cy="476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fr-FR" sz="1100" b="1" kern="1200" dirty="0" err="1"/>
            <a:t>date_transaction</a:t>
          </a:r>
          <a:r>
            <a:rPr lang="fr-FR" sz="1100" b="1" kern="1200" dirty="0"/>
            <a:t> </a:t>
          </a:r>
          <a:r>
            <a:rPr lang="fr-FR" sz="1100" kern="1200" dirty="0"/>
            <a:t>: date de réalisation de la transaction</a:t>
          </a:r>
          <a:endParaRPr lang="en-US" sz="1100" kern="1200" dirty="0"/>
        </a:p>
      </dsp:txBody>
      <dsp:txXfrm>
        <a:off x="2475812" y="76907"/>
        <a:ext cx="1122103" cy="476043"/>
      </dsp:txXfrm>
    </dsp:sp>
    <dsp:sp modelId="{715A0AB1-4B3D-4CC4-B309-87254BA4F48C}">
      <dsp:nvSpPr>
        <dsp:cNvPr id="0" name=""/>
        <dsp:cNvSpPr/>
      </dsp:nvSpPr>
      <dsp:spPr>
        <a:xfrm>
          <a:off x="2084" y="841978"/>
          <a:ext cx="476043" cy="476043"/>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364FEE-9847-4D11-B21C-0B86A52C0F46}">
      <dsp:nvSpPr>
        <dsp:cNvPr id="0" name=""/>
        <dsp:cNvSpPr/>
      </dsp:nvSpPr>
      <dsp:spPr>
        <a:xfrm>
          <a:off x="102053" y="941947"/>
          <a:ext cx="276105" cy="276105"/>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8C46154-519A-4B3B-A09C-4796114C31A5}">
      <dsp:nvSpPr>
        <dsp:cNvPr id="0" name=""/>
        <dsp:cNvSpPr/>
      </dsp:nvSpPr>
      <dsp:spPr>
        <a:xfrm>
          <a:off x="580137" y="841978"/>
          <a:ext cx="1122103" cy="476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fr-FR" sz="1100" b="1" kern="1200" dirty="0" err="1"/>
            <a:t>montant_transaction</a:t>
          </a:r>
          <a:r>
            <a:rPr lang="fr-FR" sz="1100" kern="1200" dirty="0"/>
            <a:t> : montant de la transaction</a:t>
          </a:r>
          <a:endParaRPr lang="en-US" sz="1100" kern="1200" dirty="0"/>
        </a:p>
      </dsp:txBody>
      <dsp:txXfrm>
        <a:off x="580137" y="841978"/>
        <a:ext cx="1122103" cy="476043"/>
      </dsp:txXfrm>
    </dsp:sp>
    <dsp:sp modelId="{A2CF58E3-3125-4673-A003-A3FD129DEE9B}">
      <dsp:nvSpPr>
        <dsp:cNvPr id="0" name=""/>
        <dsp:cNvSpPr/>
      </dsp:nvSpPr>
      <dsp:spPr>
        <a:xfrm>
          <a:off x="1897758" y="841978"/>
          <a:ext cx="476043" cy="476043"/>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877A81-E6DB-45A0-B993-461E553EEEB0}">
      <dsp:nvSpPr>
        <dsp:cNvPr id="0" name=""/>
        <dsp:cNvSpPr/>
      </dsp:nvSpPr>
      <dsp:spPr>
        <a:xfrm>
          <a:off x="1997728" y="941947"/>
          <a:ext cx="276105" cy="27610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C54996C-080C-4CDB-BD82-211DDD4DA1F7}">
      <dsp:nvSpPr>
        <dsp:cNvPr id="0" name=""/>
        <dsp:cNvSpPr/>
      </dsp:nvSpPr>
      <dsp:spPr>
        <a:xfrm>
          <a:off x="2475812" y="841978"/>
          <a:ext cx="1122103" cy="476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fr-FR" sz="1100" b="1" kern="1200" dirty="0" err="1"/>
            <a:t>id_bien</a:t>
          </a:r>
          <a:r>
            <a:rPr lang="fr-FR" sz="1100" b="1" kern="1200" dirty="0"/>
            <a:t> </a:t>
          </a:r>
          <a:r>
            <a:rPr lang="fr-FR" sz="1100" kern="1200" dirty="0"/>
            <a:t>: identifiant du bien concerné par la transaction</a:t>
          </a:r>
          <a:endParaRPr lang="en-US" sz="1100" kern="1200" dirty="0"/>
        </a:p>
      </dsp:txBody>
      <dsp:txXfrm>
        <a:off x="2475812" y="841978"/>
        <a:ext cx="1122103" cy="476043"/>
      </dsp:txXfrm>
    </dsp:sp>
    <dsp:sp modelId="{342A8BEC-119D-4BFE-B159-B205E14F32EE}">
      <dsp:nvSpPr>
        <dsp:cNvPr id="0" name=""/>
        <dsp:cNvSpPr/>
      </dsp:nvSpPr>
      <dsp:spPr>
        <a:xfrm>
          <a:off x="2084" y="1607048"/>
          <a:ext cx="476043" cy="476043"/>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F122FB-58B1-494A-AB13-685B9096C62F}">
      <dsp:nvSpPr>
        <dsp:cNvPr id="0" name=""/>
        <dsp:cNvSpPr/>
      </dsp:nvSpPr>
      <dsp:spPr>
        <a:xfrm>
          <a:off x="102053" y="1707017"/>
          <a:ext cx="276105" cy="27610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10AE512-EC9F-4944-8CDE-B013AA6F70F6}">
      <dsp:nvSpPr>
        <dsp:cNvPr id="0" name=""/>
        <dsp:cNvSpPr/>
      </dsp:nvSpPr>
      <dsp:spPr>
        <a:xfrm>
          <a:off x="580137" y="1607048"/>
          <a:ext cx="1122103" cy="476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fr-FR" sz="1100" b="1" kern="1200" dirty="0" err="1"/>
            <a:t>type_transaction</a:t>
          </a:r>
          <a:r>
            <a:rPr lang="fr-FR" sz="1100" b="1" kern="1200" dirty="0"/>
            <a:t> </a:t>
          </a:r>
          <a:r>
            <a:rPr lang="fr-FR" sz="1100" kern="1200" dirty="0"/>
            <a:t>: nature de la transaction (vente, échange, etc.)</a:t>
          </a:r>
          <a:endParaRPr lang="en-US" sz="1100" kern="1200" dirty="0"/>
        </a:p>
      </dsp:txBody>
      <dsp:txXfrm>
        <a:off x="580137" y="1607048"/>
        <a:ext cx="1122103" cy="47604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1CF358-8AC9-42CE-81C1-99A5831CBCBD}">
      <dsp:nvSpPr>
        <dsp:cNvPr id="0" name=""/>
        <dsp:cNvSpPr/>
      </dsp:nvSpPr>
      <dsp:spPr>
        <a:xfrm>
          <a:off x="2084" y="76907"/>
          <a:ext cx="476043" cy="476043"/>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C100DF-F9BF-418B-9E51-3C5B9AA042D5}">
      <dsp:nvSpPr>
        <dsp:cNvPr id="0" name=""/>
        <dsp:cNvSpPr/>
      </dsp:nvSpPr>
      <dsp:spPr>
        <a:xfrm>
          <a:off x="102053" y="176876"/>
          <a:ext cx="276105" cy="276105"/>
        </a:xfrm>
        <a:prstGeom prst="rect">
          <a:avLst/>
        </a:prstGeom>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F85FFCC-0DD3-4D44-BC01-8D2A49CB0618}">
      <dsp:nvSpPr>
        <dsp:cNvPr id="0" name=""/>
        <dsp:cNvSpPr/>
      </dsp:nvSpPr>
      <dsp:spPr>
        <a:xfrm>
          <a:off x="580137" y="76907"/>
          <a:ext cx="1122103" cy="476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fr-FR" sz="1100" b="1" kern="1200" dirty="0" err="1"/>
            <a:t>id_bien</a:t>
          </a:r>
          <a:r>
            <a:rPr lang="fr-FR" sz="1100" b="1" kern="1200" dirty="0"/>
            <a:t> </a:t>
          </a:r>
          <a:r>
            <a:rPr lang="fr-FR" sz="1100" kern="1200" dirty="0"/>
            <a:t>: identifiant unique du bien</a:t>
          </a:r>
          <a:endParaRPr lang="en-US" sz="1100" kern="1200" dirty="0"/>
        </a:p>
      </dsp:txBody>
      <dsp:txXfrm>
        <a:off x="580137" y="76907"/>
        <a:ext cx="1122103" cy="476043"/>
      </dsp:txXfrm>
    </dsp:sp>
    <dsp:sp modelId="{F59E661B-EC33-442C-B8E0-6D8B35D2739B}">
      <dsp:nvSpPr>
        <dsp:cNvPr id="0" name=""/>
        <dsp:cNvSpPr/>
      </dsp:nvSpPr>
      <dsp:spPr>
        <a:xfrm>
          <a:off x="1897758" y="76907"/>
          <a:ext cx="476043" cy="476043"/>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7CB0F3F-679E-4400-94E5-C8411A9671E8}">
      <dsp:nvSpPr>
        <dsp:cNvPr id="0" name=""/>
        <dsp:cNvSpPr/>
      </dsp:nvSpPr>
      <dsp:spPr>
        <a:xfrm>
          <a:off x="1986440" y="176876"/>
          <a:ext cx="276105" cy="276105"/>
        </a:xfrm>
        <a:prstGeom prst="rect">
          <a:avLst/>
        </a:prstGeom>
        <a:blipFill>
          <a:blip xmlns:r="http://schemas.openxmlformats.org/officeDocument/2006/relationships" r:embed="rId3">
            <a:duotone>
              <a:prstClr val="black"/>
              <a:schemeClr val="accent2">
                <a:tint val="45000"/>
                <a:satMod val="400000"/>
              </a:schemeClr>
            </a:duotone>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D552ABE-B998-4A0C-8554-BCF491B69E14}">
      <dsp:nvSpPr>
        <dsp:cNvPr id="0" name=""/>
        <dsp:cNvSpPr/>
      </dsp:nvSpPr>
      <dsp:spPr>
        <a:xfrm>
          <a:off x="2475812" y="76907"/>
          <a:ext cx="1122103" cy="476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fr-FR" sz="1100" b="1" kern="1200" dirty="0"/>
            <a:t>surface</a:t>
          </a:r>
          <a:r>
            <a:rPr lang="fr-FR" sz="1100" kern="1200" dirty="0"/>
            <a:t> : surface réelle du bien</a:t>
          </a:r>
        </a:p>
      </dsp:txBody>
      <dsp:txXfrm>
        <a:off x="2475812" y="76907"/>
        <a:ext cx="1122103" cy="476043"/>
      </dsp:txXfrm>
    </dsp:sp>
    <dsp:sp modelId="{CE64619B-B873-4561-BD15-B69B90EA2518}">
      <dsp:nvSpPr>
        <dsp:cNvPr id="0" name=""/>
        <dsp:cNvSpPr/>
      </dsp:nvSpPr>
      <dsp:spPr>
        <a:xfrm>
          <a:off x="2084" y="841978"/>
          <a:ext cx="476043" cy="476043"/>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8725DD-B4B8-4411-B203-773F0C5CCA77}">
      <dsp:nvSpPr>
        <dsp:cNvPr id="0" name=""/>
        <dsp:cNvSpPr/>
      </dsp:nvSpPr>
      <dsp:spPr>
        <a:xfrm>
          <a:off x="102053" y="941947"/>
          <a:ext cx="276105" cy="276105"/>
        </a:xfrm>
        <a:prstGeom prst="rect">
          <a:avLst/>
        </a:prstGeom>
        <a:blipFill>
          <a:blip xmlns:r="http://schemas.openxmlformats.org/officeDocument/2006/relationships" r:embed="rId4">
            <a:duotone>
              <a:prstClr val="black"/>
              <a:schemeClr val="accent2">
                <a:tint val="45000"/>
                <a:satMod val="400000"/>
              </a:schemeClr>
            </a:duotone>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8C66915-43C2-49E8-A98D-BC780C0E2D67}">
      <dsp:nvSpPr>
        <dsp:cNvPr id="0" name=""/>
        <dsp:cNvSpPr/>
      </dsp:nvSpPr>
      <dsp:spPr>
        <a:xfrm>
          <a:off x="580137" y="841978"/>
          <a:ext cx="1122103" cy="476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fr-FR" sz="1100" b="1" kern="1200" dirty="0" err="1"/>
            <a:t>nb_pieces</a:t>
          </a:r>
          <a:r>
            <a:rPr lang="fr-FR" sz="1100" b="1" kern="1200" dirty="0"/>
            <a:t> </a:t>
          </a:r>
          <a:r>
            <a:rPr lang="fr-FR" sz="1100" kern="1200" dirty="0"/>
            <a:t>: nombre de pièces du bien</a:t>
          </a:r>
        </a:p>
      </dsp:txBody>
      <dsp:txXfrm>
        <a:off x="580137" y="841978"/>
        <a:ext cx="1122103" cy="476043"/>
      </dsp:txXfrm>
    </dsp:sp>
    <dsp:sp modelId="{AF3D04E7-FB8B-4FFB-A309-AF01A720980F}">
      <dsp:nvSpPr>
        <dsp:cNvPr id="0" name=""/>
        <dsp:cNvSpPr/>
      </dsp:nvSpPr>
      <dsp:spPr>
        <a:xfrm>
          <a:off x="1897758" y="841978"/>
          <a:ext cx="476043" cy="476043"/>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24CE04-B531-4CA6-A11C-5B9B3F1E273B}">
      <dsp:nvSpPr>
        <dsp:cNvPr id="0" name=""/>
        <dsp:cNvSpPr/>
      </dsp:nvSpPr>
      <dsp:spPr>
        <a:xfrm>
          <a:off x="1997728" y="941947"/>
          <a:ext cx="276105" cy="276105"/>
        </a:xfrm>
        <a:prstGeom prst="rect">
          <a:avLst/>
        </a:prstGeom>
        <a:blipFill>
          <a:blip xmlns:r="http://schemas.openxmlformats.org/officeDocument/2006/relationships" r:embed="rId5">
            <a:duotone>
              <a:prstClr val="black"/>
              <a:schemeClr val="accent2">
                <a:tint val="45000"/>
                <a:satMod val="400000"/>
              </a:schemeClr>
            </a:duotone>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EB9E054-62EF-4ACD-94ED-23AA895713FE}">
      <dsp:nvSpPr>
        <dsp:cNvPr id="0" name=""/>
        <dsp:cNvSpPr/>
      </dsp:nvSpPr>
      <dsp:spPr>
        <a:xfrm>
          <a:off x="2475812" y="841978"/>
          <a:ext cx="1122103" cy="476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fr-FR" sz="1100" b="1" kern="1200" dirty="0" err="1"/>
            <a:t>id_type_bien</a:t>
          </a:r>
          <a:r>
            <a:rPr lang="fr-FR" sz="1100" b="1" kern="1200" dirty="0"/>
            <a:t> </a:t>
          </a:r>
          <a:r>
            <a:rPr lang="fr-FR" sz="1100" kern="1200" dirty="0"/>
            <a:t>: type du bien (maison, appartement, etc.)</a:t>
          </a:r>
        </a:p>
      </dsp:txBody>
      <dsp:txXfrm>
        <a:off x="2475812" y="841978"/>
        <a:ext cx="1122103" cy="476043"/>
      </dsp:txXfrm>
    </dsp:sp>
    <dsp:sp modelId="{3569A6A4-F55F-47DC-934E-0E840F5E870B}">
      <dsp:nvSpPr>
        <dsp:cNvPr id="0" name=""/>
        <dsp:cNvSpPr/>
      </dsp:nvSpPr>
      <dsp:spPr>
        <a:xfrm>
          <a:off x="2084" y="1607048"/>
          <a:ext cx="476043" cy="476043"/>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8526CFF-C53F-41D9-8AA0-EDB41FB7C7F4}">
      <dsp:nvSpPr>
        <dsp:cNvPr id="0" name=""/>
        <dsp:cNvSpPr/>
      </dsp:nvSpPr>
      <dsp:spPr>
        <a:xfrm>
          <a:off x="102053" y="1707017"/>
          <a:ext cx="276105" cy="276105"/>
        </a:xfrm>
        <a:prstGeom prst="rect">
          <a:avLst/>
        </a:prstGeom>
        <a:blipFill>
          <a:blip xmlns:r="http://schemas.openxmlformats.org/officeDocument/2006/relationships" r:embed="rId6">
            <a:duotone>
              <a:prstClr val="black"/>
              <a:schemeClr val="accent2">
                <a:tint val="45000"/>
                <a:satMod val="400000"/>
              </a:schemeClr>
            </a:duotone>
            <a:extLst>
              <a:ext uri="{BEBA8EAE-BF5A-486C-A8C5-ECC9F3942E4B}">
                <a14:imgProps xmlns:a14="http://schemas.microsoft.com/office/drawing/2010/main">
                  <a14:imgLayer r:embed="rId7">
                    <a14:imgEffect>
                      <a14:backgroundRemoval t="10000" b="90000" l="10000" r="90000">
                        <a14:foregroundMark x1="73145" y1="39648" x2="73145" y2="39648"/>
                        <a14:foregroundMark x1="73145" y1="39648" x2="73145" y2="39648"/>
                        <a14:foregroundMark x1="73145" y1="39648" x2="79492" y2="52051"/>
                        <a14:foregroundMark x1="62305" y1="41992" x2="43848" y2="46680"/>
                        <a14:foregroundMark x1="34082" y1="47070" x2="65332" y2="56445"/>
                        <a14:foregroundMark x1="35449" y1="60156" x2="68359" y2="58496"/>
                        <a14:foregroundMark x1="71777" y1="67871" x2="71777" y2="67871"/>
                        <a14:foregroundMark x1="77148" y1="66211" x2="77148" y2="66211"/>
                        <a14:foregroundMark x1="77148" y1="66211" x2="77148" y2="66211"/>
                        <a14:foregroundMark x1="77148" y1="66211" x2="77148" y2="66211"/>
                        <a14:foregroundMark x1="77148" y1="66211" x2="77148" y2="66211"/>
                        <a14:foregroundMark x1="77148" y1="66211" x2="77148" y2="66211"/>
                        <a14:foregroundMark x1="77148" y1="66211" x2="77148" y2="66211"/>
                        <a14:foregroundMark x1="18652" y1="51465" x2="18652" y2="51465"/>
                        <a14:foregroundMark x1="18652" y1="51465" x2="18652" y2="51465"/>
                        <a14:foregroundMark x1="18652" y1="51465" x2="18652" y2="51465"/>
                        <a14:foregroundMark x1="32422" y1="58496" x2="68066" y2="41699"/>
                        <a14:foregroundMark x1="74805" y1="29883" x2="74805" y2="29883"/>
                        <a14:foregroundMark x1="74805" y1="29883" x2="74805" y2="29883"/>
                      </a14:backgroundRemoval>
                    </a14:imgEffect>
                  </a14:imgLayer>
                </a14:imgProps>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2BE983A-A079-4688-B5FB-F811EDCEBF99}">
      <dsp:nvSpPr>
        <dsp:cNvPr id="0" name=""/>
        <dsp:cNvSpPr/>
      </dsp:nvSpPr>
      <dsp:spPr>
        <a:xfrm>
          <a:off x="580137" y="1607048"/>
          <a:ext cx="1122103" cy="476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fr-FR" sz="1100" b="1" kern="1200" dirty="0" err="1"/>
            <a:t>id_commune</a:t>
          </a:r>
          <a:r>
            <a:rPr lang="fr-FR" sz="1100" b="1" kern="1200" dirty="0"/>
            <a:t> </a:t>
          </a:r>
          <a:r>
            <a:rPr lang="fr-FR" sz="1100" kern="1200" dirty="0"/>
            <a:t>: localisation géographique du bien</a:t>
          </a:r>
        </a:p>
      </dsp:txBody>
      <dsp:txXfrm>
        <a:off x="580137" y="1607048"/>
        <a:ext cx="1122103" cy="47604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11FDCB-8827-4743-81BD-3275E3C4B960}">
      <dsp:nvSpPr>
        <dsp:cNvPr id="0" name=""/>
        <dsp:cNvSpPr/>
      </dsp:nvSpPr>
      <dsp:spPr>
        <a:xfrm>
          <a:off x="456042" y="252912"/>
          <a:ext cx="744345" cy="744345"/>
        </a:xfrm>
        <a:prstGeom prst="rect">
          <a:avLst/>
        </a:prstGeom>
        <a:blipFill>
          <a:blip xmlns:r="http://schemas.openxmlformats.org/officeDocument/2006/relationships" r:embed="rId1">
            <a:duotone>
              <a:schemeClr val="accent2">
                <a:shade val="45000"/>
                <a:satMod val="135000"/>
              </a:schemeClr>
              <a:prstClr val="white"/>
            </a:duotone>
            <a:extLst>
              <a:ext uri="{BEBA8EAE-BF5A-486C-A8C5-ECC9F3942E4B}">
                <a14:imgProps xmlns:a14="http://schemas.microsoft.com/office/drawing/2010/main">
                  <a14:imgLayer r:embed="rId2">
                    <a14:imgEffect>
                      <a14:colorTemperature colorTemp="4700"/>
                    </a14:imgEffect>
                    <a14:imgEffect>
                      <a14:saturation sat="0"/>
                    </a14:imgEffect>
                  </a14:imgLayer>
                </a14:imgProps>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7A5BA0D-D31B-4023-A9E2-8444290B3275}">
      <dsp:nvSpPr>
        <dsp:cNvPr id="0" name=""/>
        <dsp:cNvSpPr/>
      </dsp:nvSpPr>
      <dsp:spPr>
        <a:xfrm>
          <a:off x="1164" y="1245447"/>
          <a:ext cx="1654101" cy="661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fr-FR" sz="1100" b="1" i="0" kern="1200" baseline="0" dirty="0" err="1"/>
            <a:t>id_type_bien</a:t>
          </a:r>
          <a:r>
            <a:rPr lang="fr-FR" sz="1100" b="1" i="0" kern="1200" baseline="0" dirty="0"/>
            <a:t> </a:t>
          </a:r>
          <a:r>
            <a:rPr lang="fr-FR" sz="1100" b="0" i="0" kern="1200" baseline="0" dirty="0"/>
            <a:t>: identifiant unique du type de bien</a:t>
          </a:r>
          <a:endParaRPr lang="en-US" sz="1100" kern="1200" dirty="0"/>
        </a:p>
      </dsp:txBody>
      <dsp:txXfrm>
        <a:off x="1164" y="1245447"/>
        <a:ext cx="1654101" cy="661640"/>
      </dsp:txXfrm>
    </dsp:sp>
    <dsp:sp modelId="{8F1591F3-6047-4B14-BE11-5345DA7A6BF1}">
      <dsp:nvSpPr>
        <dsp:cNvPr id="0" name=""/>
        <dsp:cNvSpPr/>
      </dsp:nvSpPr>
      <dsp:spPr>
        <a:xfrm>
          <a:off x="2399611" y="252912"/>
          <a:ext cx="744345" cy="74434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D36E0BF-63CD-4E23-9ACF-74F0D7C639DD}">
      <dsp:nvSpPr>
        <dsp:cNvPr id="0" name=""/>
        <dsp:cNvSpPr/>
      </dsp:nvSpPr>
      <dsp:spPr>
        <a:xfrm>
          <a:off x="1944733" y="1245447"/>
          <a:ext cx="1654101" cy="661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fr-FR" sz="1100" b="1" i="0" kern="1200" baseline="0" dirty="0" err="1"/>
            <a:t>libelle_type_bien</a:t>
          </a:r>
          <a:r>
            <a:rPr lang="fr-FR" sz="1100" b="1" i="0" kern="1200" baseline="0" dirty="0"/>
            <a:t> </a:t>
          </a:r>
          <a:r>
            <a:rPr lang="fr-FR" sz="1100" b="0" i="0" kern="1200" baseline="0" dirty="0"/>
            <a:t>: libellé du type de bien (Maison, Appartement, Terrain…)</a:t>
          </a:r>
          <a:endParaRPr lang="en-US" sz="1100" kern="1200" dirty="0"/>
        </a:p>
      </dsp:txBody>
      <dsp:txXfrm>
        <a:off x="1944733" y="1245447"/>
        <a:ext cx="1654101" cy="66164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FB3EB4-8274-47E4-A5FC-993E6A7BA5BF}">
      <dsp:nvSpPr>
        <dsp:cNvPr id="0" name=""/>
        <dsp:cNvSpPr/>
      </dsp:nvSpPr>
      <dsp:spPr>
        <a:xfrm>
          <a:off x="532425" y="0"/>
          <a:ext cx="2535148" cy="2160000"/>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3A39687A-B4F7-439B-AFE3-81D05B5A64C5}">
      <dsp:nvSpPr>
        <dsp:cNvPr id="0" name=""/>
        <dsp:cNvSpPr/>
      </dsp:nvSpPr>
      <dsp:spPr>
        <a:xfrm>
          <a:off x="925200" y="205199"/>
          <a:ext cx="842400" cy="84240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b="1" kern="1200" dirty="0" err="1">
              <a:solidFill>
                <a:schemeClr val="tx1"/>
              </a:solidFill>
            </a:rPr>
            <a:t>id_commune</a:t>
          </a:r>
          <a:r>
            <a:rPr lang="fr-FR" sz="900" b="1" kern="1200" dirty="0">
              <a:solidFill>
                <a:schemeClr val="tx1"/>
              </a:solidFill>
            </a:rPr>
            <a:t> </a:t>
          </a:r>
          <a:r>
            <a:rPr lang="fr-FR" sz="900" kern="1200" dirty="0">
              <a:solidFill>
                <a:schemeClr val="tx1"/>
              </a:solidFill>
            </a:rPr>
            <a:t>: identifiant interne de la commune</a:t>
          </a:r>
          <a:endParaRPr lang="en-US" sz="900" kern="1200" dirty="0">
            <a:solidFill>
              <a:schemeClr val="tx1"/>
            </a:solidFill>
          </a:endParaRPr>
        </a:p>
      </dsp:txBody>
      <dsp:txXfrm>
        <a:off x="966323" y="246322"/>
        <a:ext cx="760154" cy="760154"/>
      </dsp:txXfrm>
    </dsp:sp>
    <dsp:sp modelId="{01E20F54-6AB6-4640-9397-6F93BE886E8C}">
      <dsp:nvSpPr>
        <dsp:cNvPr id="0" name=""/>
        <dsp:cNvSpPr/>
      </dsp:nvSpPr>
      <dsp:spPr>
        <a:xfrm>
          <a:off x="1832400" y="205199"/>
          <a:ext cx="842400" cy="842400"/>
        </a:xfrm>
        <a:prstGeom prst="roundRect">
          <a:avLst/>
        </a:prstGeom>
        <a:gradFill rotWithShape="0">
          <a:gsLst>
            <a:gs pos="0">
              <a:schemeClr val="accent2">
                <a:hueOff val="-347110"/>
                <a:satOff val="-7210"/>
                <a:lumOff val="-1961"/>
                <a:alphaOff val="0"/>
                <a:satMod val="103000"/>
                <a:lumMod val="102000"/>
                <a:tint val="94000"/>
              </a:schemeClr>
            </a:gs>
            <a:gs pos="50000">
              <a:schemeClr val="accent2">
                <a:hueOff val="-347110"/>
                <a:satOff val="-7210"/>
                <a:lumOff val="-1961"/>
                <a:alphaOff val="0"/>
                <a:satMod val="110000"/>
                <a:lumMod val="100000"/>
                <a:shade val="100000"/>
              </a:schemeClr>
            </a:gs>
            <a:gs pos="100000">
              <a:schemeClr val="accent2">
                <a:hueOff val="-347110"/>
                <a:satOff val="-7210"/>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b="1" kern="1200" dirty="0" err="1">
              <a:solidFill>
                <a:schemeClr val="tx1"/>
              </a:solidFill>
            </a:rPr>
            <a:t>code_insee</a:t>
          </a:r>
          <a:r>
            <a:rPr lang="fr-FR" sz="900" b="1" kern="1200" dirty="0">
              <a:solidFill>
                <a:schemeClr val="tx1"/>
              </a:solidFill>
            </a:rPr>
            <a:t> </a:t>
          </a:r>
          <a:r>
            <a:rPr lang="fr-FR" sz="900" kern="1200" dirty="0">
              <a:solidFill>
                <a:schemeClr val="tx1"/>
              </a:solidFill>
            </a:rPr>
            <a:t>: code officiel INSEE de la commune</a:t>
          </a:r>
          <a:endParaRPr lang="en-US" sz="900" kern="1200" dirty="0">
            <a:solidFill>
              <a:schemeClr val="tx1"/>
            </a:solidFill>
          </a:endParaRPr>
        </a:p>
      </dsp:txBody>
      <dsp:txXfrm>
        <a:off x="1873523" y="246322"/>
        <a:ext cx="760154" cy="760154"/>
      </dsp:txXfrm>
    </dsp:sp>
    <dsp:sp modelId="{6FCF51DB-F646-4DB9-BB86-7FD2D9CE4001}">
      <dsp:nvSpPr>
        <dsp:cNvPr id="0" name=""/>
        <dsp:cNvSpPr/>
      </dsp:nvSpPr>
      <dsp:spPr>
        <a:xfrm>
          <a:off x="925200" y="1112400"/>
          <a:ext cx="842400" cy="842400"/>
        </a:xfrm>
        <a:prstGeom prst="roundRect">
          <a:avLst/>
        </a:prstGeom>
        <a:gradFill rotWithShape="0">
          <a:gsLst>
            <a:gs pos="0">
              <a:schemeClr val="accent2">
                <a:hueOff val="-694219"/>
                <a:satOff val="-14421"/>
                <a:lumOff val="-3921"/>
                <a:alphaOff val="0"/>
                <a:satMod val="103000"/>
                <a:lumMod val="102000"/>
                <a:tint val="94000"/>
              </a:schemeClr>
            </a:gs>
            <a:gs pos="50000">
              <a:schemeClr val="accent2">
                <a:hueOff val="-694219"/>
                <a:satOff val="-14421"/>
                <a:lumOff val="-3921"/>
                <a:alphaOff val="0"/>
                <a:satMod val="110000"/>
                <a:lumMod val="100000"/>
                <a:shade val="100000"/>
              </a:schemeClr>
            </a:gs>
            <a:gs pos="100000">
              <a:schemeClr val="accent2">
                <a:hueOff val="-694219"/>
                <a:satOff val="-14421"/>
                <a:lumOff val="-392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b="1" kern="1200" dirty="0" err="1">
              <a:solidFill>
                <a:schemeClr val="tx1"/>
              </a:solidFill>
            </a:rPr>
            <a:t>nom_commune</a:t>
          </a:r>
          <a:r>
            <a:rPr lang="fr-FR" sz="900" b="1" kern="1200" dirty="0">
              <a:solidFill>
                <a:schemeClr val="tx1"/>
              </a:solidFill>
            </a:rPr>
            <a:t> </a:t>
          </a:r>
          <a:r>
            <a:rPr lang="fr-FR" sz="900" kern="1200" dirty="0">
              <a:solidFill>
                <a:schemeClr val="tx1"/>
              </a:solidFill>
            </a:rPr>
            <a:t>: nom de la commune</a:t>
          </a:r>
          <a:endParaRPr lang="en-US" sz="900" kern="1200" dirty="0">
            <a:solidFill>
              <a:schemeClr val="tx1"/>
            </a:solidFill>
          </a:endParaRPr>
        </a:p>
      </dsp:txBody>
      <dsp:txXfrm>
        <a:off x="966323" y="1153523"/>
        <a:ext cx="760154" cy="760154"/>
      </dsp:txXfrm>
    </dsp:sp>
    <dsp:sp modelId="{D294EA55-2ED1-4EBF-BC30-AC74EA6C6392}">
      <dsp:nvSpPr>
        <dsp:cNvPr id="0" name=""/>
        <dsp:cNvSpPr/>
      </dsp:nvSpPr>
      <dsp:spPr>
        <a:xfrm>
          <a:off x="1832400" y="1112400"/>
          <a:ext cx="842400" cy="842400"/>
        </a:xfrm>
        <a:prstGeom prst="roundRect">
          <a:avLst/>
        </a:prstGeom>
        <a:gradFill rotWithShape="0">
          <a:gsLst>
            <a:gs pos="0">
              <a:schemeClr val="accent2">
                <a:hueOff val="-1041329"/>
                <a:satOff val="-21631"/>
                <a:lumOff val="-5882"/>
                <a:alphaOff val="0"/>
                <a:satMod val="103000"/>
                <a:lumMod val="102000"/>
                <a:tint val="94000"/>
              </a:schemeClr>
            </a:gs>
            <a:gs pos="50000">
              <a:schemeClr val="accent2">
                <a:hueOff val="-1041329"/>
                <a:satOff val="-21631"/>
                <a:lumOff val="-5882"/>
                <a:alphaOff val="0"/>
                <a:satMod val="110000"/>
                <a:lumMod val="100000"/>
                <a:shade val="100000"/>
              </a:schemeClr>
            </a:gs>
            <a:gs pos="100000">
              <a:schemeClr val="accent2">
                <a:hueOff val="-1041329"/>
                <a:satOff val="-21631"/>
                <a:lumOff val="-588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b="1" kern="1200" dirty="0" err="1">
              <a:solidFill>
                <a:schemeClr val="tx1"/>
              </a:solidFill>
            </a:rPr>
            <a:t>code_postal</a:t>
          </a:r>
          <a:r>
            <a:rPr lang="fr-FR" sz="900" b="1" kern="1200" dirty="0">
              <a:solidFill>
                <a:schemeClr val="tx1"/>
              </a:solidFill>
            </a:rPr>
            <a:t> </a:t>
          </a:r>
          <a:r>
            <a:rPr lang="fr-FR" sz="900" kern="1200" dirty="0">
              <a:solidFill>
                <a:schemeClr val="tx1"/>
              </a:solidFill>
            </a:rPr>
            <a:t>: code postal (information complémentaire)</a:t>
          </a:r>
          <a:endParaRPr lang="en-US" sz="900" kern="1200" dirty="0">
            <a:solidFill>
              <a:schemeClr val="tx1"/>
            </a:solidFill>
          </a:endParaRPr>
        </a:p>
      </dsp:txBody>
      <dsp:txXfrm>
        <a:off x="1873523" y="1153523"/>
        <a:ext cx="760154" cy="76015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FB3EB4-8274-47E4-A5FC-993E6A7BA5BF}">
      <dsp:nvSpPr>
        <dsp:cNvPr id="0" name=""/>
        <dsp:cNvSpPr/>
      </dsp:nvSpPr>
      <dsp:spPr>
        <a:xfrm>
          <a:off x="532425" y="0"/>
          <a:ext cx="2535148" cy="2160000"/>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3A39687A-B4F7-439B-AFE3-81D05B5A64C5}">
      <dsp:nvSpPr>
        <dsp:cNvPr id="0" name=""/>
        <dsp:cNvSpPr/>
      </dsp:nvSpPr>
      <dsp:spPr>
        <a:xfrm>
          <a:off x="925200" y="205199"/>
          <a:ext cx="842400" cy="84240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b="1" kern="1200" dirty="0" err="1">
              <a:solidFill>
                <a:schemeClr val="tx1"/>
              </a:solidFill>
            </a:rPr>
            <a:t>id_region</a:t>
          </a:r>
          <a:r>
            <a:rPr lang="fr-FR" sz="900" b="1" kern="1200" dirty="0">
              <a:solidFill>
                <a:schemeClr val="tx1"/>
              </a:solidFill>
            </a:rPr>
            <a:t> </a:t>
          </a:r>
          <a:r>
            <a:rPr lang="fr-FR" sz="900" kern="1200" dirty="0">
              <a:solidFill>
                <a:schemeClr val="tx1"/>
              </a:solidFill>
            </a:rPr>
            <a:t>: identifiant interne de la région</a:t>
          </a:r>
          <a:endParaRPr lang="en-US" sz="900" kern="1200" dirty="0">
            <a:solidFill>
              <a:schemeClr val="tx1"/>
            </a:solidFill>
          </a:endParaRPr>
        </a:p>
      </dsp:txBody>
      <dsp:txXfrm>
        <a:off x="966323" y="246322"/>
        <a:ext cx="760154" cy="760154"/>
      </dsp:txXfrm>
    </dsp:sp>
    <dsp:sp modelId="{01E20F54-6AB6-4640-9397-6F93BE886E8C}">
      <dsp:nvSpPr>
        <dsp:cNvPr id="0" name=""/>
        <dsp:cNvSpPr/>
      </dsp:nvSpPr>
      <dsp:spPr>
        <a:xfrm>
          <a:off x="1832400" y="205199"/>
          <a:ext cx="842400" cy="842400"/>
        </a:xfrm>
        <a:prstGeom prst="roundRect">
          <a:avLst/>
        </a:prstGeom>
        <a:gradFill rotWithShape="0">
          <a:gsLst>
            <a:gs pos="0">
              <a:schemeClr val="accent2">
                <a:hueOff val="-347110"/>
                <a:satOff val="-7210"/>
                <a:lumOff val="-1961"/>
                <a:alphaOff val="0"/>
                <a:satMod val="103000"/>
                <a:lumMod val="102000"/>
                <a:tint val="94000"/>
              </a:schemeClr>
            </a:gs>
            <a:gs pos="50000">
              <a:schemeClr val="accent2">
                <a:hueOff val="-347110"/>
                <a:satOff val="-7210"/>
                <a:lumOff val="-1961"/>
                <a:alphaOff val="0"/>
                <a:satMod val="110000"/>
                <a:lumMod val="100000"/>
                <a:shade val="100000"/>
              </a:schemeClr>
            </a:gs>
            <a:gs pos="100000">
              <a:schemeClr val="accent2">
                <a:hueOff val="-347110"/>
                <a:satOff val="-7210"/>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b="1" kern="1200" dirty="0" err="1">
              <a:solidFill>
                <a:schemeClr val="tx1"/>
              </a:solidFill>
            </a:rPr>
            <a:t>code_region</a:t>
          </a:r>
          <a:r>
            <a:rPr lang="fr-FR" sz="900" b="1" kern="1200" dirty="0">
              <a:solidFill>
                <a:schemeClr val="tx1"/>
              </a:solidFill>
            </a:rPr>
            <a:t> </a:t>
          </a:r>
          <a:r>
            <a:rPr lang="fr-FR" sz="900" kern="1200" dirty="0">
              <a:solidFill>
                <a:schemeClr val="tx1"/>
              </a:solidFill>
            </a:rPr>
            <a:t>: code officiel de la région</a:t>
          </a:r>
          <a:endParaRPr lang="en-US" sz="900" kern="1200" dirty="0">
            <a:solidFill>
              <a:schemeClr val="tx1"/>
            </a:solidFill>
          </a:endParaRPr>
        </a:p>
      </dsp:txBody>
      <dsp:txXfrm>
        <a:off x="1873523" y="246322"/>
        <a:ext cx="760154" cy="760154"/>
      </dsp:txXfrm>
    </dsp:sp>
    <dsp:sp modelId="{6FCF51DB-F646-4DB9-BB86-7FD2D9CE4001}">
      <dsp:nvSpPr>
        <dsp:cNvPr id="0" name=""/>
        <dsp:cNvSpPr/>
      </dsp:nvSpPr>
      <dsp:spPr>
        <a:xfrm>
          <a:off x="925200" y="1112400"/>
          <a:ext cx="842400" cy="842400"/>
        </a:xfrm>
        <a:prstGeom prst="roundRect">
          <a:avLst/>
        </a:prstGeom>
        <a:gradFill rotWithShape="0">
          <a:gsLst>
            <a:gs pos="0">
              <a:schemeClr val="accent2">
                <a:hueOff val="-694219"/>
                <a:satOff val="-14421"/>
                <a:lumOff val="-3921"/>
                <a:alphaOff val="0"/>
                <a:satMod val="103000"/>
                <a:lumMod val="102000"/>
                <a:tint val="94000"/>
              </a:schemeClr>
            </a:gs>
            <a:gs pos="50000">
              <a:schemeClr val="accent2">
                <a:hueOff val="-694219"/>
                <a:satOff val="-14421"/>
                <a:lumOff val="-3921"/>
                <a:alphaOff val="0"/>
                <a:satMod val="110000"/>
                <a:lumMod val="100000"/>
                <a:shade val="100000"/>
              </a:schemeClr>
            </a:gs>
            <a:gs pos="100000">
              <a:schemeClr val="accent2">
                <a:hueOff val="-694219"/>
                <a:satOff val="-14421"/>
                <a:lumOff val="-392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b="1" kern="1200" dirty="0" err="1">
              <a:solidFill>
                <a:schemeClr val="tx1"/>
              </a:solidFill>
            </a:rPr>
            <a:t>nom_region</a:t>
          </a:r>
          <a:r>
            <a:rPr lang="fr-FR" sz="900" b="1" kern="1200" dirty="0">
              <a:solidFill>
                <a:schemeClr val="tx1"/>
              </a:solidFill>
            </a:rPr>
            <a:t> </a:t>
          </a:r>
          <a:r>
            <a:rPr lang="fr-FR" sz="900" kern="1200" dirty="0">
              <a:solidFill>
                <a:schemeClr val="tx1"/>
              </a:solidFill>
            </a:rPr>
            <a:t>: nom de la région</a:t>
          </a:r>
          <a:endParaRPr lang="en-US" sz="900" kern="1200" dirty="0">
            <a:solidFill>
              <a:schemeClr val="tx1"/>
            </a:solidFill>
          </a:endParaRPr>
        </a:p>
      </dsp:txBody>
      <dsp:txXfrm>
        <a:off x="966323" y="1153523"/>
        <a:ext cx="760154" cy="760154"/>
      </dsp:txXfrm>
    </dsp:sp>
    <dsp:sp modelId="{D294EA55-2ED1-4EBF-BC30-AC74EA6C6392}">
      <dsp:nvSpPr>
        <dsp:cNvPr id="0" name=""/>
        <dsp:cNvSpPr/>
      </dsp:nvSpPr>
      <dsp:spPr>
        <a:xfrm>
          <a:off x="1832400" y="1112400"/>
          <a:ext cx="842400" cy="842400"/>
        </a:xfrm>
        <a:prstGeom prst="roundRect">
          <a:avLst/>
        </a:prstGeom>
        <a:gradFill rotWithShape="0">
          <a:gsLst>
            <a:gs pos="0">
              <a:schemeClr val="accent2">
                <a:hueOff val="-1041329"/>
                <a:satOff val="-21631"/>
                <a:lumOff val="-5882"/>
                <a:alphaOff val="0"/>
                <a:satMod val="103000"/>
                <a:lumMod val="102000"/>
                <a:tint val="94000"/>
              </a:schemeClr>
            </a:gs>
            <a:gs pos="50000">
              <a:schemeClr val="accent2">
                <a:hueOff val="-1041329"/>
                <a:satOff val="-21631"/>
                <a:lumOff val="-5882"/>
                <a:alphaOff val="0"/>
                <a:satMod val="110000"/>
                <a:lumMod val="100000"/>
                <a:shade val="100000"/>
              </a:schemeClr>
            </a:gs>
            <a:gs pos="100000">
              <a:schemeClr val="accent2">
                <a:hueOff val="-1041329"/>
                <a:satOff val="-21631"/>
                <a:lumOff val="-588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FB3EB4-8274-47E4-A5FC-993E6A7BA5BF}">
      <dsp:nvSpPr>
        <dsp:cNvPr id="0" name=""/>
        <dsp:cNvSpPr/>
      </dsp:nvSpPr>
      <dsp:spPr>
        <a:xfrm>
          <a:off x="532425" y="0"/>
          <a:ext cx="2535148" cy="2160000"/>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3A39687A-B4F7-439B-AFE3-81D05B5A64C5}">
      <dsp:nvSpPr>
        <dsp:cNvPr id="0" name=""/>
        <dsp:cNvSpPr/>
      </dsp:nvSpPr>
      <dsp:spPr>
        <a:xfrm>
          <a:off x="925200" y="205199"/>
          <a:ext cx="842400" cy="84240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b="1" kern="1200" dirty="0" err="1">
              <a:solidFill>
                <a:schemeClr val="tx1"/>
              </a:solidFill>
            </a:rPr>
            <a:t>id_departement</a:t>
          </a:r>
          <a:r>
            <a:rPr lang="fr-FR" sz="900" kern="1200" dirty="0">
              <a:solidFill>
                <a:schemeClr val="tx1"/>
              </a:solidFill>
            </a:rPr>
            <a:t>: identifiant interne du département</a:t>
          </a:r>
          <a:endParaRPr lang="en-US" sz="900" kern="1200" dirty="0">
            <a:solidFill>
              <a:schemeClr val="tx1"/>
            </a:solidFill>
          </a:endParaRPr>
        </a:p>
      </dsp:txBody>
      <dsp:txXfrm>
        <a:off x="966323" y="246322"/>
        <a:ext cx="760154" cy="760154"/>
      </dsp:txXfrm>
    </dsp:sp>
    <dsp:sp modelId="{01E20F54-6AB6-4640-9397-6F93BE886E8C}">
      <dsp:nvSpPr>
        <dsp:cNvPr id="0" name=""/>
        <dsp:cNvSpPr/>
      </dsp:nvSpPr>
      <dsp:spPr>
        <a:xfrm>
          <a:off x="1832400" y="205199"/>
          <a:ext cx="842400" cy="842400"/>
        </a:xfrm>
        <a:prstGeom prst="roundRect">
          <a:avLst/>
        </a:prstGeom>
        <a:gradFill rotWithShape="0">
          <a:gsLst>
            <a:gs pos="0">
              <a:schemeClr val="accent2">
                <a:hueOff val="-347110"/>
                <a:satOff val="-7210"/>
                <a:lumOff val="-1961"/>
                <a:alphaOff val="0"/>
                <a:satMod val="103000"/>
                <a:lumMod val="102000"/>
                <a:tint val="94000"/>
              </a:schemeClr>
            </a:gs>
            <a:gs pos="50000">
              <a:schemeClr val="accent2">
                <a:hueOff val="-347110"/>
                <a:satOff val="-7210"/>
                <a:lumOff val="-1961"/>
                <a:alphaOff val="0"/>
                <a:satMod val="110000"/>
                <a:lumMod val="100000"/>
                <a:shade val="100000"/>
              </a:schemeClr>
            </a:gs>
            <a:gs pos="100000">
              <a:schemeClr val="accent2">
                <a:hueOff val="-347110"/>
                <a:satOff val="-7210"/>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b="1" kern="1200" dirty="0" err="1">
              <a:solidFill>
                <a:schemeClr val="tx1"/>
              </a:solidFill>
            </a:rPr>
            <a:t>code_departement</a:t>
          </a:r>
          <a:r>
            <a:rPr lang="fr-FR" sz="900" kern="1200" dirty="0">
              <a:solidFill>
                <a:schemeClr val="tx1"/>
              </a:solidFill>
            </a:rPr>
            <a:t>: code officiel du département</a:t>
          </a:r>
          <a:endParaRPr lang="en-US" sz="900" kern="1200" dirty="0">
            <a:solidFill>
              <a:schemeClr val="tx1"/>
            </a:solidFill>
          </a:endParaRPr>
        </a:p>
      </dsp:txBody>
      <dsp:txXfrm>
        <a:off x="1873523" y="246322"/>
        <a:ext cx="760154" cy="760154"/>
      </dsp:txXfrm>
    </dsp:sp>
    <dsp:sp modelId="{6FCF51DB-F646-4DB9-BB86-7FD2D9CE4001}">
      <dsp:nvSpPr>
        <dsp:cNvPr id="0" name=""/>
        <dsp:cNvSpPr/>
      </dsp:nvSpPr>
      <dsp:spPr>
        <a:xfrm>
          <a:off x="925200" y="1112400"/>
          <a:ext cx="842400" cy="842400"/>
        </a:xfrm>
        <a:prstGeom prst="roundRect">
          <a:avLst/>
        </a:prstGeom>
        <a:gradFill rotWithShape="0">
          <a:gsLst>
            <a:gs pos="0">
              <a:schemeClr val="accent2">
                <a:hueOff val="-694219"/>
                <a:satOff val="-14421"/>
                <a:lumOff val="-3921"/>
                <a:alphaOff val="0"/>
                <a:satMod val="103000"/>
                <a:lumMod val="102000"/>
                <a:tint val="94000"/>
              </a:schemeClr>
            </a:gs>
            <a:gs pos="50000">
              <a:schemeClr val="accent2">
                <a:hueOff val="-694219"/>
                <a:satOff val="-14421"/>
                <a:lumOff val="-3921"/>
                <a:alphaOff val="0"/>
                <a:satMod val="110000"/>
                <a:lumMod val="100000"/>
                <a:shade val="100000"/>
              </a:schemeClr>
            </a:gs>
            <a:gs pos="100000">
              <a:schemeClr val="accent2">
                <a:hueOff val="-694219"/>
                <a:satOff val="-14421"/>
                <a:lumOff val="-392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b="1" kern="1200" dirty="0" err="1">
              <a:solidFill>
                <a:schemeClr val="tx1"/>
              </a:solidFill>
            </a:rPr>
            <a:t>nom_departement</a:t>
          </a:r>
          <a:r>
            <a:rPr lang="fr-FR" sz="900" kern="1200" dirty="0">
              <a:solidFill>
                <a:schemeClr val="tx1"/>
              </a:solidFill>
            </a:rPr>
            <a:t>: nom du département</a:t>
          </a:r>
        </a:p>
      </dsp:txBody>
      <dsp:txXfrm>
        <a:off x="966323" y="1153523"/>
        <a:ext cx="760154" cy="760154"/>
      </dsp:txXfrm>
    </dsp:sp>
    <dsp:sp modelId="{D294EA55-2ED1-4EBF-BC30-AC74EA6C6392}">
      <dsp:nvSpPr>
        <dsp:cNvPr id="0" name=""/>
        <dsp:cNvSpPr/>
      </dsp:nvSpPr>
      <dsp:spPr>
        <a:xfrm>
          <a:off x="1832400" y="1112400"/>
          <a:ext cx="842400" cy="842400"/>
        </a:xfrm>
        <a:prstGeom prst="roundRect">
          <a:avLst/>
        </a:prstGeom>
        <a:gradFill rotWithShape="0">
          <a:gsLst>
            <a:gs pos="0">
              <a:schemeClr val="accent2">
                <a:hueOff val="-1041329"/>
                <a:satOff val="-21631"/>
                <a:lumOff val="-5882"/>
                <a:alphaOff val="0"/>
                <a:satMod val="103000"/>
                <a:lumMod val="102000"/>
                <a:tint val="94000"/>
              </a:schemeClr>
            </a:gs>
            <a:gs pos="50000">
              <a:schemeClr val="accent2">
                <a:hueOff val="-1041329"/>
                <a:satOff val="-21631"/>
                <a:lumOff val="-5882"/>
                <a:alphaOff val="0"/>
                <a:satMod val="110000"/>
                <a:lumMod val="100000"/>
                <a:shade val="100000"/>
              </a:schemeClr>
            </a:gs>
            <a:gs pos="100000">
              <a:schemeClr val="accent2">
                <a:hueOff val="-1041329"/>
                <a:satOff val="-21631"/>
                <a:lumOff val="-588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7.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8.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EE42B9-2513-4CB5-B59D-4ACDEFD0B7DF}" type="datetimeFigureOut">
              <a:rPr lang="fr-FR" smtClean="0"/>
              <a:t>22/01/2026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FD0B64-D802-4908-A0A2-831647D7F8FA}" type="slidenum">
              <a:rPr lang="fr-FR" smtClean="0"/>
              <a:t>‹N°›</a:t>
            </a:fld>
            <a:endParaRPr lang="fr-FR"/>
          </a:p>
        </p:txBody>
      </p:sp>
    </p:spTree>
    <p:extLst>
      <p:ext uri="{BB962C8B-B14F-4D97-AF65-F5344CB8AC3E}">
        <p14:creationId xmlns:p14="http://schemas.microsoft.com/office/powerpoint/2010/main" val="356189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Source de l’image : bibliothèque de contenu Microsoft 365
Laplace </a:t>
            </a:r>
            <a:r>
              <a:rPr lang="fr-FR" dirty="0" err="1"/>
              <a:t>Immo</a:t>
            </a:r>
            <a:r>
              <a:rPr lang="fr-FR" dirty="0"/>
              <a:t> souhaite exploiter la puissance des données pour se distinguer dans le secteur immobilier. Le directeur général vise la création d’un modèle de prévision des prix de vente des biens. Votre mission consiste à concevoir une base de données centralisant les transactions immobilières et foncières françaises afin d’analyser le marché et d’accompagner efficacement les agences et leurs clients.</a:t>
            </a:r>
          </a:p>
        </p:txBody>
      </p:sp>
      <p:sp>
        <p:nvSpPr>
          <p:cNvPr id="4" name="Espace réservé du numéro de diapositive 3"/>
          <p:cNvSpPr>
            <a:spLocks noGrp="1"/>
          </p:cNvSpPr>
          <p:nvPr>
            <p:ph type="sldNum" sz="quarter" idx="5"/>
          </p:nvPr>
        </p:nvSpPr>
        <p:spPr/>
        <p:txBody>
          <a:bodyPr/>
          <a:lstStyle/>
          <a:p>
            <a:fld id="{2E9752B9-E365-41D2-AAC0-7C183F28EECC}" type="slidenum">
              <a:rPr lang="fr-FR" smtClean="0"/>
              <a:t>3</a:t>
            </a:fld>
            <a:endParaRPr lang="fr-FR"/>
          </a:p>
        </p:txBody>
      </p:sp>
    </p:spTree>
    <p:extLst>
      <p:ext uri="{BB962C8B-B14F-4D97-AF65-F5344CB8AC3E}">
        <p14:creationId xmlns:p14="http://schemas.microsoft.com/office/powerpoint/2010/main" val="22007976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Source de l’image : bibliothèque de contenu Microsoft 365
Laplace Immo doit se démarquer en exploitant l’analyse de données face à la concurrence. L’absence d’un système centralisé pour collecter et analyser les transactions immobilières en France limite la précision de la modélisation des prix. Sans centralisation, il est difficile d’offrir aux agences et à leurs clients des recommandations fiables et personnalisées.</a:t>
            </a:r>
          </a:p>
        </p:txBody>
      </p:sp>
      <p:sp>
        <p:nvSpPr>
          <p:cNvPr id="4" name="Espace réservé du numéro de diapositive 3"/>
          <p:cNvSpPr>
            <a:spLocks noGrp="1"/>
          </p:cNvSpPr>
          <p:nvPr>
            <p:ph type="sldNum" sz="quarter" idx="5"/>
          </p:nvPr>
        </p:nvSpPr>
        <p:spPr/>
        <p:txBody>
          <a:bodyPr/>
          <a:lstStyle/>
          <a:p>
            <a:fld id="{65FD0B64-D802-4908-A0A2-831647D7F8FA}" type="slidenum">
              <a:rPr lang="fr-FR" smtClean="0"/>
              <a:t>4</a:t>
            </a:fld>
            <a:endParaRPr lang="fr-FR"/>
          </a:p>
        </p:txBody>
      </p:sp>
    </p:spTree>
    <p:extLst>
      <p:ext uri="{BB962C8B-B14F-4D97-AF65-F5344CB8AC3E}">
        <p14:creationId xmlns:p14="http://schemas.microsoft.com/office/powerpoint/2010/main" val="10834672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Source de l’image : bibliothèque de contenu Microsoft 365
La création d’une base de données relationnelle et normalisée permet de centraliser toutes les transactions immobilières et foncières françaises. Elle favorise une collecte structurée et exhaustive des données du marché. Enfin, cette base constitue le socle indispensable à l’analyse du marché et à la modélisation prédictive des prix de vente.</a:t>
            </a:r>
          </a:p>
        </p:txBody>
      </p:sp>
      <p:sp>
        <p:nvSpPr>
          <p:cNvPr id="4" name="Espace réservé du numéro de diapositive 3"/>
          <p:cNvSpPr>
            <a:spLocks noGrp="1"/>
          </p:cNvSpPr>
          <p:nvPr>
            <p:ph type="sldNum" sz="quarter" idx="5"/>
          </p:nvPr>
        </p:nvSpPr>
        <p:spPr/>
        <p:txBody>
          <a:bodyPr/>
          <a:lstStyle/>
          <a:p>
            <a:fld id="{65FD0B64-D802-4908-A0A2-831647D7F8FA}" type="slidenum">
              <a:rPr lang="fr-FR" smtClean="0"/>
              <a:t>5</a:t>
            </a:fld>
            <a:endParaRPr lang="fr-FR"/>
          </a:p>
        </p:txBody>
      </p:sp>
    </p:spTree>
    <p:extLst>
      <p:ext uri="{BB962C8B-B14F-4D97-AF65-F5344CB8AC3E}">
        <p14:creationId xmlns:p14="http://schemas.microsoft.com/office/powerpoint/2010/main" val="30466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Source de l’image : bibliothèque de contenu Microsoft 365
L’analyse des données collectées permet d’identifier les tendances du marché immobilier, offrant aux agences une compréhension approfondie. Elle aide également à mieux accompagner les clients dans leurs projets grâce à des conseils personnalisés. Enfin, ces analyses alimentent un modèle de prédiction des prix, procurant à Laplace Immo un avantage concurrentiel.</a:t>
            </a:r>
          </a:p>
        </p:txBody>
      </p:sp>
      <p:sp>
        <p:nvSpPr>
          <p:cNvPr id="4" name="Espace réservé du numéro de diapositive 3"/>
          <p:cNvSpPr>
            <a:spLocks noGrp="1"/>
          </p:cNvSpPr>
          <p:nvPr>
            <p:ph type="sldNum" sz="quarter" idx="5"/>
          </p:nvPr>
        </p:nvSpPr>
        <p:spPr/>
        <p:txBody>
          <a:bodyPr/>
          <a:lstStyle/>
          <a:p>
            <a:fld id="{65FD0B64-D802-4908-A0A2-831647D7F8FA}" type="slidenum">
              <a:rPr lang="fr-FR" smtClean="0"/>
              <a:t>6</a:t>
            </a:fld>
            <a:endParaRPr lang="fr-FR"/>
          </a:p>
        </p:txBody>
      </p:sp>
    </p:spTree>
    <p:extLst>
      <p:ext uri="{BB962C8B-B14F-4D97-AF65-F5344CB8AC3E}">
        <p14:creationId xmlns:p14="http://schemas.microsoft.com/office/powerpoint/2010/main" val="18342107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65FD0B64-D802-4908-A0A2-831647D7F8FA}" type="slidenum">
              <a:rPr lang="fr-FR" smtClean="0"/>
              <a:t>7</a:t>
            </a:fld>
            <a:endParaRPr lang="fr-FR"/>
          </a:p>
        </p:txBody>
      </p:sp>
    </p:spTree>
    <p:extLst>
      <p:ext uri="{BB962C8B-B14F-4D97-AF65-F5344CB8AC3E}">
        <p14:creationId xmlns:p14="http://schemas.microsoft.com/office/powerpoint/2010/main" val="2027199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5218032"/>
            <a:ext cx="11460480" cy="786384"/>
          </a:xfrm>
        </p:spPr>
        <p:txBody>
          <a:bodyPr vert="horz" lIns="91440" tIns="45720" rIns="91440" bIns="45720" rtlCol="0" anchor="b">
            <a:normAutofit/>
          </a:bodyPr>
          <a:lstStyle>
            <a:lvl1pPr>
              <a:defRPr lang="en-US" sz="4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972629"/>
            <a:ext cx="11460480" cy="480373"/>
          </a:xfrm>
        </p:spPr>
        <p:txBody>
          <a:bodyPr vert="horz" lIns="91440" tIns="45720" rIns="91440" bIns="45720" rtlCol="0">
            <a:normAutofit/>
          </a:bodyPr>
          <a:lstStyle>
            <a:lvl1pPr marL="0" indent="0">
              <a:buNone/>
              <a:defRPr lang="en-US"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567B50E4-2343-4B20-80BE-1605C97DFB16}" type="datetime1">
              <a:rPr lang="en-US" smtClean="0"/>
              <a:t>1/22/2026</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29106742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02DE44A-7CD8-4860-9BDC-2BE4C911F6D0}" type="datetime1">
              <a:rPr lang="en-US" smtClean="0"/>
              <a:t>1/22/2026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1490351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361688" cy="3475236"/>
          </a:xfrm>
        </p:spPr>
        <p:txBody>
          <a:bodyPr vert="horz" lIns="91440" tIns="45720" rIns="91440" bIns="45720" rtlCol="0" anchor="b">
            <a:normAutofit/>
          </a:bodyPr>
          <a:lstStyle>
            <a:lvl1pPr>
              <a:defRPr lang="en-US" sz="54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7" y="4731335"/>
            <a:ext cx="4206240" cy="1184585"/>
          </a:xfrm>
        </p:spPr>
        <p:txBody>
          <a:bodyPr vert="horz" lIns="91440" tIns="45720" rIns="91440" bIns="45720" rtlCol="0">
            <a:normAutofit/>
          </a:bodyPr>
          <a:lstStyle>
            <a:lvl1pPr marL="0" indent="0">
              <a:buNone/>
              <a:defRPr lang="en-US" sz="2000"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658495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453002"/>
            <a:ext cx="1707625" cy="365125"/>
          </a:xfrm>
        </p:spPr>
        <p:txBody>
          <a:bodyPr/>
          <a:lstStyle>
            <a:lvl1pPr>
              <a:defRPr>
                <a:solidFill>
                  <a:schemeClr val="tx1"/>
                </a:solidFill>
                <a:effectLst/>
              </a:defRPr>
            </a:lvl1pPr>
          </a:lstStyle>
          <a:p>
            <a:fld id="{E38EAEAF-D16E-446F-97F9-D23FB245CB45}" type="datetime1">
              <a:rPr lang="en-US" smtClean="0"/>
              <a:t>1/22/2026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1717885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411480"/>
            <a:ext cx="4654296" cy="3739896"/>
          </a:xfrm>
        </p:spPr>
        <p:txBody>
          <a:bodyPr vert="horz" lIns="91440" tIns="45720" rIns="91440" bIns="45720" rtlCol="0" anchor="t">
            <a:normAutofit/>
          </a:bodyPr>
          <a:lstStyle>
            <a:lvl1pPr>
              <a:defRPr lang="en-US" sz="52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4873752"/>
            <a:ext cx="4206240" cy="1380744"/>
          </a:xfrm>
        </p:spPr>
        <p:txBody>
          <a:bodyPr vert="horz" lIns="91440" tIns="45720" rIns="91440" bIns="45720" rtlCol="0" anchor="b">
            <a:normAutofit/>
          </a:bodyPr>
          <a:lstStyle>
            <a:lvl1pPr marL="0" indent="0">
              <a:buNone/>
              <a:defRPr lang="en-US"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596128" y="0"/>
            <a:ext cx="6595872"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137160" y="6453002"/>
            <a:ext cx="1951777" cy="365125"/>
          </a:xfrm>
        </p:spPr>
        <p:txBody>
          <a:bodyPr/>
          <a:lstStyle/>
          <a:p>
            <a:fld id="{782E7A21-5BA8-4C4C-9705-3A1EA342AD8A}" type="datetime1">
              <a:rPr lang="en-US" smtClean="0"/>
              <a:t>1/22/2026</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2088937" y="6453002"/>
            <a:ext cx="2805405"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844578" y="6453002"/>
            <a:ext cx="429207" cy="365125"/>
          </a:xfrm>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15315756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vert="horz" lIns="91440" tIns="45720" rIns="91440" bIns="45720" rtlCol="0" anchor="t">
            <a:normAutofit/>
          </a:bodyPr>
          <a:lstStyle>
            <a:lvl1pPr>
              <a:defRPr lang="en-US" sz="7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21208" y="4473553"/>
            <a:ext cx="6655522" cy="1545336"/>
          </a:xfrm>
        </p:spPr>
        <p:txBody>
          <a:bodyPr vert="horz" lIns="91440" tIns="45720" rIns="91440" bIns="45720" rtlCol="0" anchor="b">
            <a:normAutofit/>
          </a:bodyPr>
          <a:lstStyle>
            <a:lvl1pPr marL="0" indent="0">
              <a:buNone/>
              <a:defRPr lang="en-US" sz="2200"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CBE73BE-5F1F-40EF-8F67-E3F24D65884D}" type="datetime1">
              <a:rPr lang="en-US" smtClean="0"/>
              <a:t>1/22/2026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12526400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8008" y="854239"/>
            <a:ext cx="7876287" cy="3592629"/>
          </a:xfrm>
        </p:spPr>
        <p:txBody>
          <a:bodyPr vert="horz" lIns="91440" tIns="45720" rIns="91440" bIns="45720" rtlCol="0" anchor="b">
            <a:normAutofit/>
          </a:bodyPr>
          <a:lstStyle>
            <a:lvl1pPr>
              <a:defRPr lang="en-US" sz="72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8368" y="4617138"/>
            <a:ext cx="7375466" cy="1014984"/>
          </a:xfrm>
        </p:spPr>
        <p:txBody>
          <a:bodyPr vert="horz" lIns="91440" tIns="45720" rIns="91440" bIns="45720" rtlCol="0">
            <a:normAutofit/>
          </a:bodyPr>
          <a:lstStyle>
            <a:lvl1pPr marL="0" indent="0">
              <a:buNone/>
              <a:defRPr lang="en-US"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3C868EF1-668D-4AD0-8652-1F3B3622EDC2}" type="datetime1">
              <a:rPr lang="en-US" smtClean="0"/>
              <a:t>1/22/2026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27229267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E95609F-9B5B-4E29-8DB1-457A85E01A27}" type="datetime1">
              <a:rPr lang="en-US" smtClean="0"/>
              <a:t>1/22/2026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23568284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74320" y="1801368"/>
            <a:ext cx="7772400" cy="4572000"/>
          </a:xfrm>
        </p:spPr>
        <p:txBody>
          <a:bodyPr vert="horz" lIns="91440" tIns="45720" rIns="91440" bIns="45720" rtlCol="0" anchor="b">
            <a:normAutofit/>
          </a:bodyPr>
          <a:lstStyle>
            <a:lvl1pPr>
              <a:defRPr lang="en-US" sz="7400" dirty="0"/>
            </a:lvl1pPr>
          </a:lstStyle>
          <a:p>
            <a:pPr lvl="0"/>
            <a:r>
              <a:rPr lang="en-US" dirty="0"/>
              <a:t>Click to edit Master 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6A0DE37-B9D6-425C-B79B-6C6DFFBD0DA2}" type="datetime1">
              <a:rPr lang="en-US" smtClean="0"/>
              <a:t>1/22/2026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194286167"/>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2647" y="664108"/>
            <a:ext cx="8467558" cy="1554480"/>
          </a:xfrm>
        </p:spPr>
        <p:txBody>
          <a:bodyPr anchor="b">
            <a:normAutofit/>
          </a:bodyPr>
          <a:lstStyle>
            <a:lvl1pPr>
              <a:defRPr sz="44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333860"/>
            <a:ext cx="8467558" cy="3689909"/>
          </a:xfrm>
        </p:spPr>
        <p:txBody>
          <a:bodyPr>
            <a:normAutofit/>
          </a:bodyPr>
          <a:lstStyle>
            <a:lvl1pPr marL="457200" indent="-457200">
              <a:buFont typeface="+mj-lt"/>
              <a:buAutoNum type="arabicPeriod"/>
              <a:defRPr sz="2400"/>
            </a:lvl1pPr>
            <a:lvl2pPr marL="685800" indent="-457200">
              <a:buFont typeface="+mj-lt"/>
              <a:buAutoNum type="arabicPeriod"/>
              <a:defRPr sz="2000"/>
            </a:lvl2pPr>
            <a:lvl3pPr marL="800100" indent="-342900">
              <a:buFont typeface="+mj-lt"/>
              <a:buAutoNum type="arabicPeriod"/>
              <a:defRPr sz="1800"/>
            </a:lvl3pPr>
            <a:lvl4pPr marL="1028700" indent="-342900">
              <a:buFont typeface="+mj-lt"/>
              <a:buAutoNum type="arabicPeriod"/>
              <a:defRPr sz="1600"/>
            </a:lvl4pPr>
            <a:lvl5pPr marL="1257300" indent="-342900">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1045B0EE-4023-4E3C-8875-10AA631453CF}" type="datetime1">
              <a:rPr lang="en-US" smtClean="0"/>
              <a:t>1/22/2026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32867864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0" y="1161288"/>
            <a:ext cx="4663440" cy="1554480"/>
          </a:xfrm>
        </p:spPr>
        <p:txBody>
          <a:bodyPr anchor="b">
            <a:normAutofit/>
          </a:bodyPr>
          <a:lstStyle>
            <a:lvl1pPr>
              <a:defRPr sz="4000"/>
            </a:lvl1pPr>
          </a:lstStyle>
          <a:p>
            <a:r>
              <a:rPr lang="en-US" dirty="0"/>
              <a:t>Click to edit Master title style</a:t>
            </a:r>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hasCustomPrompt="1"/>
          </p:nvPr>
        </p:nvSpPr>
        <p:spPr>
          <a:xfrm>
            <a:off x="0" y="0"/>
            <a:ext cx="6099048"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58000" y="2825496"/>
            <a:ext cx="4663440" cy="3337560"/>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857999" y="6453002"/>
            <a:ext cx="1996689" cy="365125"/>
          </a:xfrm>
        </p:spPr>
        <p:txBody>
          <a:bodyPr/>
          <a:lstStyle/>
          <a:p>
            <a:fld id="{CE6CA204-B091-40ED-8158-331EE628B522}" type="datetime1">
              <a:rPr lang="en-US" smtClean="0"/>
              <a:t>1/22/2026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50554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3692F09-9D88-4105-92F6-7298804EAA90}" type="datetime1">
              <a:rPr lang="en-US" smtClean="0"/>
              <a:t>1/22/2026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23693269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3744F96-061D-4D71-97A2-2371A43FDE7C}" type="datetime1">
              <a:rPr lang="en-US" smtClean="0"/>
              <a:t>1/22/2026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33172490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C5FE133-02A7-439F-9131-2680F754099D}" type="datetime1">
              <a:rPr lang="en-US" smtClean="0"/>
              <a:t>1/22/2026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10150199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91BF7DD-C7D0-4333-B18D-CCAF5427F9DD}" type="datetime1">
              <a:rPr lang="en-US" smtClean="0"/>
              <a:t>1/22/2026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23407701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0415979-091A-4302-A385-56FC1CE52E32}" type="datetime1">
              <a:rPr lang="en-US" smtClean="0"/>
              <a:t>1/22/2026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1384872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38937" y="548640"/>
            <a:ext cx="6093225" cy="1143000"/>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38937" y="1828800"/>
            <a:ext cx="6071616"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538937" y="6453002"/>
            <a:ext cx="3337584" cy="365125"/>
          </a:xfrm>
        </p:spPr>
        <p:txBody>
          <a:bodyPr/>
          <a:lstStyle/>
          <a:p>
            <a:fld id="{7836D543-476D-434F-B209-1A114B2E3F04}" type="datetime1">
              <a:rPr lang="en-US" smtClean="0"/>
              <a:t>1/22/2026</a:t>
            </a:fld>
            <a:endParaRPr lang="en-US"/>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29017011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6135624" cy="1143000"/>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828800"/>
            <a:ext cx="6135624"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p:txBody>
          <a:bodyPr/>
          <a:lstStyle/>
          <a:p>
            <a:fld id="{83DD0F20-7689-42E6-8664-6AA00B79F132}" type="datetime1">
              <a:rPr lang="en-US" smtClean="0"/>
              <a:t>1/22/2026</a:t>
            </a:fld>
            <a:endParaRPr lang="en-US"/>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453002"/>
            <a:ext cx="2805405" cy="365125"/>
          </a:xfrm>
        </p:spPr>
        <p:txBody>
          <a:bodyPr/>
          <a:lstStyle/>
          <a:p>
            <a:r>
              <a:rPr lang="en-US"/>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453002"/>
            <a:ext cx="429207" cy="365125"/>
          </a:xfrm>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17365414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45736" y="320040"/>
            <a:ext cx="6858000" cy="932688"/>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45736" y="1380744"/>
            <a:ext cx="6858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453002"/>
            <a:ext cx="3494314" cy="365125"/>
          </a:xfrm>
        </p:spPr>
        <p:txBody>
          <a:bodyPr/>
          <a:lstStyle/>
          <a:p>
            <a:fld id="{30F2F577-5BDA-4749-9F3F-0D340DC0D6A8}" type="datetime1">
              <a:rPr lang="en-US" smtClean="0"/>
              <a:t>1/22/2026</a:t>
            </a:fld>
            <a:endParaRPr lang="en-US"/>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2052752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320040"/>
            <a:ext cx="6858000" cy="93268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380744"/>
            <a:ext cx="6858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p:txBody>
          <a:bodyPr/>
          <a:lstStyle/>
          <a:p>
            <a:fld id="{AC9378AD-A6D7-4162-BB5C-47C49B2E145B}" type="datetime1">
              <a:rPr lang="en-US" smtClean="0"/>
              <a:t>1/22/2026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453002"/>
            <a:ext cx="2805405"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453002"/>
            <a:ext cx="429207" cy="365125"/>
          </a:xfrm>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27744486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53808" y="584339"/>
            <a:ext cx="4361688" cy="1527048"/>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6611509"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212975"/>
            <a:ext cx="4362450"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453002"/>
            <a:ext cx="1622776" cy="365125"/>
          </a:xfrm>
        </p:spPr>
        <p:txBody>
          <a:bodyPr/>
          <a:lstStyle>
            <a:lvl1pPr>
              <a:defRPr>
                <a:solidFill>
                  <a:schemeClr val="tx1"/>
                </a:solidFill>
                <a:effectLst/>
              </a:defRPr>
            </a:lvl1pPr>
          </a:lstStyle>
          <a:p>
            <a:fld id="{C67B65D3-547A-48A8-9F1F-13ED0B55ACC6}" type="datetime1">
              <a:rPr lang="en-US" smtClean="0"/>
              <a:t>1/22/2026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18849110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4361688" cy="152704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4360863"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76A7CFE7-E645-4439-AA6B-DA8CF856D63E}" type="datetime1">
              <a:rPr lang="en-US" smtClean="0"/>
              <a:t>1/22/2026</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‹N°›</a:t>
            </a:fld>
            <a:endParaRPr lang="en-US"/>
          </a:p>
        </p:txBody>
      </p:sp>
    </p:spTree>
    <p:extLst>
      <p:ext uri="{BB962C8B-B14F-4D97-AF65-F5344CB8AC3E}">
        <p14:creationId xmlns:p14="http://schemas.microsoft.com/office/powerpoint/2010/main" val="37614532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320040"/>
            <a:ext cx="4522936" cy="932688"/>
          </a:xfrm>
        </p:spPr>
        <p:txBody>
          <a:bodyPr anchor="b"/>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649224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8" y="1380744"/>
            <a:ext cx="4512601"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104491" y="6453002"/>
            <a:ext cx="1772029" cy="365125"/>
          </a:xfrm>
        </p:spPr>
        <p:txBody>
          <a:bodyPr/>
          <a:lstStyle>
            <a:lvl1pPr>
              <a:defRPr>
                <a:solidFill>
                  <a:schemeClr val="tx1"/>
                </a:solidFill>
                <a:effectLst/>
              </a:defRPr>
            </a:lvl1pPr>
          </a:lstStyle>
          <a:p>
            <a:fld id="{E8B2C0DB-994F-48B0-91F4-5F06C3B86E32}" type="datetime1">
              <a:rPr lang="en-US" smtClean="0"/>
              <a:t>1/22/2026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9199201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20040"/>
            <a:ext cx="4572000" cy="932688"/>
          </a:xfrm>
        </p:spPr>
        <p:txBody>
          <a:bodyPr anchor="b"/>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1380744"/>
            <a:ext cx="4572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D3F6A089-BE3E-4BB0-98EE-FDF712FF3613}" type="datetime1">
              <a:rPr lang="en-US" smtClean="0"/>
              <a:t>1/22/2026</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‹N°›</a:t>
            </a:fld>
            <a:endParaRPr lang="en-US"/>
          </a:p>
        </p:txBody>
      </p:sp>
    </p:spTree>
    <p:extLst>
      <p:ext uri="{BB962C8B-B14F-4D97-AF65-F5344CB8AC3E}">
        <p14:creationId xmlns:p14="http://schemas.microsoft.com/office/powerpoint/2010/main" val="36502714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83413"/>
            <a:ext cx="3401568" cy="1527048"/>
          </a:xfrm>
        </p:spPr>
        <p:txBody>
          <a:bodyPr anchor="b">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212975"/>
            <a:ext cx="3401568"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212663" y="6453002"/>
            <a:ext cx="922372" cy="365125"/>
          </a:xfrm>
        </p:spPr>
        <p:txBody>
          <a:bodyPr/>
          <a:lstStyle/>
          <a:p>
            <a:fld id="{AC101298-AE91-4071-9C72-5A98117ABE14}" type="datetime1">
              <a:rPr lang="en-US" smtClean="0"/>
              <a:t>1/22/2026</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453002"/>
            <a:ext cx="2546891"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514802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3401568" cy="1527048"/>
          </a:xfrm>
        </p:spPr>
        <p:txBody>
          <a:bodyPr anchor="b">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3401568"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1067625" cy="365125"/>
          </a:xfrm>
        </p:spPr>
        <p:txBody>
          <a:bodyPr/>
          <a:lstStyle/>
          <a:p>
            <a:fld id="{EABE4333-790C-44CD-B503-F52418ED809A}" type="datetime1">
              <a:rPr lang="en-US" smtClean="0"/>
              <a:t>1/22/2026</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761780" y="0"/>
            <a:ext cx="7430219"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204785" y="6453002"/>
            <a:ext cx="280540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960426" y="6453002"/>
            <a:ext cx="429207" cy="365125"/>
          </a:xfrm>
        </p:spPr>
        <p:txBody>
          <a:bodyPr/>
          <a:lstStyle>
            <a:lvl1pPr>
              <a:defRPr>
                <a:solidFill>
                  <a:schemeClr val="tx1"/>
                </a:solidFill>
                <a:effectLst/>
              </a:defRPr>
            </a:lvl1pPr>
          </a:lstStyle>
          <a:p>
            <a:fld id="{CC057153-B650-4DEB-B370-79DDCFDCE934}" type="slidenum">
              <a:rPr lang="en-US" smtClean="0"/>
              <a:pPr/>
              <a:t>‹N°›</a:t>
            </a:fld>
            <a:endParaRPr lang="en-US"/>
          </a:p>
        </p:txBody>
      </p:sp>
    </p:spTree>
    <p:extLst>
      <p:ext uri="{BB962C8B-B14F-4D97-AF65-F5344CB8AC3E}">
        <p14:creationId xmlns:p14="http://schemas.microsoft.com/office/powerpoint/2010/main" val="39078970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781365"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099816"/>
            <a:ext cx="3273552" cy="2953512"/>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453002"/>
            <a:ext cx="1003659" cy="365125"/>
          </a:xfrm>
        </p:spPr>
        <p:txBody>
          <a:bodyPr/>
          <a:lstStyle>
            <a:lvl1pPr>
              <a:defRPr>
                <a:solidFill>
                  <a:schemeClr val="tx1"/>
                </a:solidFill>
                <a:effectLst/>
              </a:defRPr>
            </a:lvl1pPr>
          </a:lstStyle>
          <a:p>
            <a:fld id="{D2397CCD-8E49-4379-8DCB-9F17CAEDFC10}" type="datetime1">
              <a:rPr lang="en-US" smtClean="0"/>
              <a:t>1/22/2026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453002"/>
            <a:ext cx="233516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163974576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012268"/>
            <a:ext cx="3739896" cy="1390330"/>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A6146F6-C62B-441B-BAD2-D550454B4D53}" type="datetime1">
              <a:rPr lang="en-US" smtClean="0"/>
              <a:t>1/22/2026</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34119923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0383A68-D563-4FD5-B11F-54F8D5F1E37F}" type="datetime1">
              <a:rPr lang="en-US" smtClean="0"/>
              <a:t>1/22/2026</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19288867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3079730"/>
            <a:ext cx="12192000" cy="377827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59778"/>
            <a:ext cx="3494314" cy="365125"/>
          </a:xfrm>
        </p:spPr>
        <p:txBody>
          <a:bodyPr/>
          <a:lstStyle/>
          <a:p>
            <a:fld id="{3148FABB-02FF-476F-AB37-BDD0E354E780}" type="datetime1">
              <a:rPr lang="en-US" smtClean="0"/>
              <a:t>1/22/2026</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129653336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12645" y="1828800"/>
            <a:ext cx="6172200" cy="4425696"/>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27395" y="1828800"/>
            <a:ext cx="4251960" cy="44288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CA428D3-736A-4038-886C-8BF662AA2745}" type="datetime1">
              <a:rPr lang="en-US" smtClean="0"/>
              <a:t>1/22/2026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225938399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36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12648" y="2290890"/>
            <a:ext cx="4672584" cy="4041648"/>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ED1DDEB-9B85-4E99-8A3D-ABE66C6280C3}" type="datetime1">
              <a:rPr lang="en-US" smtClean="0"/>
              <a:t>1/22/2026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327639834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31521" y="2295144"/>
            <a:ext cx="3490176" cy="4041648"/>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7A65DCA-443F-4667-9ED1-418507CE45A8}" type="datetime1">
              <a:rPr lang="en-US" smtClean="0"/>
              <a:t>1/22/2026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358832610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ig Numb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694944" y="4718304"/>
            <a:ext cx="5897880" cy="1353312"/>
          </a:xfrm>
        </p:spPr>
        <p:txBody>
          <a:bodyPr vert="horz" lIns="91440" tIns="45720" rIns="91440" bIns="45720" rtlCol="0" anchor="t">
            <a:normAutofit/>
          </a:bodyPr>
          <a:lstStyle>
            <a:lvl1pPr>
              <a:lnSpc>
                <a:spcPct val="120000"/>
              </a:lnSpc>
              <a:defRPr lang="en-US" sz="2800" b="0" dirty="0">
                <a:solidFill>
                  <a:schemeClr val="accent1">
                    <a:lumMod val="75000"/>
                  </a:schemeClr>
                </a:solidFill>
                <a:latin typeface="+mn-lt"/>
              </a:defRPr>
            </a:lvl1pPr>
          </a:lstStyle>
          <a:p>
            <a:pPr lvl="0"/>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39496" y="603503"/>
            <a:ext cx="10826496" cy="4334256"/>
          </a:xfrm>
        </p:spPr>
        <p:txBody>
          <a:bodyPr vert="horz" lIns="91440" tIns="45720" rIns="91440" bIns="45720" rtlCol="0" anchor="b">
            <a:normAutofit/>
          </a:bodyPr>
          <a:lstStyle>
            <a:lvl1pPr marL="0" indent="0">
              <a:lnSpc>
                <a:spcPct val="90000"/>
              </a:lnSpc>
              <a:spcBef>
                <a:spcPts val="0"/>
              </a:spcBef>
              <a:buNone/>
              <a:defRPr lang="en-US" sz="23200" b="1" dirty="0">
                <a:solidFill>
                  <a:schemeClr val="accent1">
                    <a:lumMod val="75000"/>
                  </a:schemeClr>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8CA1557D-4816-44D0-B6EE-6CAC6E30B54D}" type="datetime1">
              <a:rPr lang="en-US" smtClean="0"/>
              <a:t>1/22/2026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317605428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ig Numb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accent1">
                    <a:lumMod val="75000"/>
                  </a:schemeClr>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200" b="1">
                <a:solidFill>
                  <a:schemeClr val="accent1">
                    <a:lumMod val="75000"/>
                  </a:schemeClr>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651F872E-5ED2-46B0-83A4-0C1AF0E0D91C}" type="datetime1">
              <a:rPr lang="en-US" smtClean="0"/>
              <a:t>1/22/2026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335631854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ig Number 3">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4B1ECB8-9E10-D2F3-E361-7D268551E2E2}"/>
              </a:ext>
            </a:extLst>
          </p:cNvPr>
          <p:cNvSpPr/>
          <p:nvPr/>
        </p:nvSpPr>
        <p:spPr>
          <a:xfrm>
            <a:off x="0" y="0"/>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tx1"/>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200" b="1">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C6218575-0C6E-47B4-936E-32183810D7BF}" type="datetime1">
              <a:rPr lang="en-US" smtClean="0"/>
              <a:t>1/22/2026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1354086182"/>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91C29FB5-1C86-423F-AEAA-2683840666C3}" type="datetime1">
              <a:rPr lang="en-US" smtClean="0"/>
              <a:t>1/22/2026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‹N°›</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0004860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111CCB4E-88AF-46AC-B7C5-30308F179659}" type="datetime1">
              <a:rPr lang="en-US" smtClean="0"/>
              <a:t>1/22/2026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‹N°›</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929384"/>
            <a:ext cx="8266176" cy="4142232"/>
          </a:xfrm>
        </p:spPr>
        <p:txBody>
          <a:bodyPr anchor="b">
            <a:norm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5300362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BA915B6-CC2A-4462-A7E5-B3080DF8F97D}" type="datetime1">
              <a:rPr lang="en-US" smtClean="0"/>
              <a:t>1/22/2026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‹N°›</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rm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8719021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8" y="5431536"/>
            <a:ext cx="9021471" cy="466344"/>
          </a:xfrm>
        </p:spPr>
        <p:txBody>
          <a:bodyPr anchor="ctr">
            <a:normAutofit/>
          </a:bodyPr>
          <a:lstStyle>
            <a:lvl1pPr>
              <a:lnSpc>
                <a:spcPct val="120000"/>
              </a:lnSpc>
              <a:defRPr sz="220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657600"/>
          </a:xfrm>
        </p:spPr>
        <p:txBody>
          <a:bodyPr anchor="ctr">
            <a:normAutofit/>
          </a:bodyPr>
          <a:lstStyle>
            <a:lvl1pPr marL="164592" indent="-164592">
              <a:lnSpc>
                <a:spcPct val="100000"/>
              </a:lnSpc>
              <a:spcBef>
                <a:spcPts val="0"/>
              </a:spcBef>
              <a:buNone/>
              <a:defRPr sz="40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506188F7-A494-4EEB-A53D-2B97B1D4CD3C}" type="datetime1">
              <a:rPr lang="en-US" smtClean="0"/>
              <a:t>1/22/2026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423296827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2">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6DECC02-1725-49EE-C93B-A4C2C4049458}"/>
              </a:ext>
            </a:extLst>
          </p:cNvPr>
          <p:cNvSpPr/>
          <p:nvPr/>
        </p:nvSpPr>
        <p:spPr>
          <a:xfrm>
            <a:off x="0" y="1"/>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349240"/>
            <a:ext cx="9043416"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344168"/>
            <a:ext cx="9198864" cy="3291840"/>
          </a:xfrm>
        </p:spPr>
        <p:txBody>
          <a:bodyPr anchor="ctr">
            <a:normAutofit/>
          </a:bodyPr>
          <a:lstStyle>
            <a:lvl1pPr marL="164592" indent="-164592">
              <a:lnSpc>
                <a:spcPct val="100000"/>
              </a:lnSpc>
              <a:spcBef>
                <a:spcPts val="0"/>
              </a:spcBef>
              <a:buNone/>
              <a:defRPr sz="40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9F406BC0-1562-42E5-89A2-925CA193C8A6}" type="datetime1">
              <a:rPr lang="en-US" smtClean="0"/>
              <a:t>1/22/2026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4052084018"/>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790041" y="5669280"/>
            <a:ext cx="8805672" cy="466344"/>
          </a:xfrm>
        </p:spPr>
        <p:txBody>
          <a:bodyPr anchor="ctr">
            <a:normAutofit/>
          </a:bodyPr>
          <a:lstStyle>
            <a:lvl1pPr>
              <a:lnSpc>
                <a:spcPct val="120000"/>
              </a:lnSpc>
              <a:defRPr sz="220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3474720"/>
          </a:xfrm>
        </p:spPr>
        <p:txBody>
          <a:bodyPr anchor="ctr">
            <a:normAutofit/>
          </a:bodyPr>
          <a:lstStyle>
            <a:lvl1pPr marL="164592" indent="-164592">
              <a:lnSpc>
                <a:spcPct val="100000"/>
              </a:lnSpc>
              <a:spcBef>
                <a:spcPts val="0"/>
              </a:spcBef>
              <a:buNone/>
              <a:defRPr sz="42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507F376A-778D-45CF-8340-DB03B2DA6A3E}" type="datetime1">
              <a:rPr lang="en-US" smtClean="0"/>
              <a:t>1/22/2026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409456625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dirty="0"/>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612775"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B9DFF5A-622E-43FE-9EE9-BAAB78AB2046}" type="datetime1">
              <a:rPr lang="en-US" smtClean="0"/>
              <a:t>1/22/2026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355328879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609600" y="2387600"/>
            <a:ext cx="5157788" cy="3763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2387600"/>
            <a:ext cx="5183188" cy="3763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F55C09E-FF30-4AA0-A227-171955622259}" type="datetime1">
              <a:rPr lang="en-US" smtClean="0"/>
              <a:t>1/22/2026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122609175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97B279FF-407B-4B41-9E69-DE66ED04A328}" type="datetime1">
              <a:rPr lang="en-US" smtClean="0"/>
              <a:t>1/22/2026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234840137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803E812-757D-4139-AF81-227C72D4B544}" type="datetime1">
              <a:rPr lang="en-US" smtClean="0"/>
              <a:t>1/22/2026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289372345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53616"/>
            <a:ext cx="3595634" cy="1757505"/>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07D6A7E1-C424-43A5-938A-12DEC0A1D59D}" type="datetime1">
              <a:rPr lang="en-US" smtClean="0"/>
              <a:t>1/22/2026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141805290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57784"/>
            <a:ext cx="3595634" cy="2212313"/>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063319" y="557784"/>
            <a:ext cx="6519080" cy="5779007"/>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807C4FC2-B89B-4919-A96B-662A3584681C}" type="datetime1">
              <a:rPr lang="en-US" smtClean="0"/>
              <a:t>1/22/2026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161271519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6" y="1847088"/>
            <a:ext cx="10888473" cy="1133856"/>
          </a:xfrm>
        </p:spPr>
        <p:txBody>
          <a:bodyPr anchor="b">
            <a:normAutofit/>
          </a:bodyPr>
          <a:lstStyle>
            <a:lvl1pPr>
              <a:defRPr sz="6000"/>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594099"/>
            <a:ext cx="10890374"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C24BE51-D660-433D-AABA-154BE028E64E}" type="datetime1">
              <a:rPr lang="en-US" smtClean="0"/>
              <a:t>1/22/2026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728566103"/>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rmAutofit/>
          </a:bodyPr>
          <a:lstStyle>
            <a:lvl1pPr>
              <a:defRPr sz="6000"/>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279615"/>
          </a:xfrm>
        </p:spPr>
        <p:txBody>
          <a:bodyPr>
            <a:normAutofit/>
          </a:bodyPr>
          <a:lstStyle>
            <a:lvl1pPr marL="0" indent="0">
              <a:buNone/>
              <a:defRPr sz="2400"/>
            </a:lvl1pPr>
            <a:lvl2pPr marL="228600" indent="0">
              <a:buNone/>
              <a:defRPr sz="2000"/>
            </a:lvl2pPr>
            <a:lvl3pPr marL="457200" indent="0">
              <a:buNone/>
              <a:defRPr sz="1800"/>
            </a:lvl3pPr>
            <a:lvl4pPr marL="685800" indent="0">
              <a:buNone/>
              <a:defRPr sz="16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B61F76E-6064-4431-B5C4-29A511725BCF}" type="datetime1">
              <a:rPr lang="en-US" smtClean="0"/>
              <a:t>1/22/2026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122999548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5EE9E671-1C83-40F7-9D33-FE8AAC7F721F}" type="datetime1">
              <a:rPr lang="en-US" smtClean="0"/>
              <a:t>1/22/2026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‹N°›</a:t>
            </a:fld>
            <a:endParaRPr lang="en-US"/>
          </a:p>
        </p:txBody>
      </p:sp>
    </p:spTree>
    <p:extLst>
      <p:ext uri="{BB962C8B-B14F-4D97-AF65-F5344CB8AC3E}">
        <p14:creationId xmlns:p14="http://schemas.microsoft.com/office/powerpoint/2010/main" val="3432220787"/>
      </p:ext>
    </p:extLst>
  </p:cSld>
  <p:clrMap bg1="lt1" tx1="dk1" bg2="lt2" tx2="dk2" accent1="accent1" accent2="accent2" accent3="accent3" accent4="accent4" accent5="accent5" accent6="accent6" hlink="hlink" folHlink="folHlink"/>
  <p:sldLayoutIdLst>
    <p:sldLayoutId id="2147483749" r:id="rId1"/>
    <p:sldLayoutId id="2147483748" r:id="rId2"/>
    <p:sldLayoutId id="2147483750"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 id="2147483716" r:id="rId18"/>
    <p:sldLayoutId id="2147483717" r:id="rId19"/>
    <p:sldLayoutId id="2147483718" r:id="rId20"/>
    <p:sldLayoutId id="2147483719" r:id="rId21"/>
    <p:sldLayoutId id="2147483720" r:id="rId22"/>
    <p:sldLayoutId id="2147483721" r:id="rId23"/>
    <p:sldLayoutId id="2147483722" r:id="rId24"/>
    <p:sldLayoutId id="2147483723" r:id="rId25"/>
    <p:sldLayoutId id="2147483724" r:id="rId26"/>
    <p:sldLayoutId id="2147483725" r:id="rId27"/>
    <p:sldLayoutId id="2147483726" r:id="rId28"/>
    <p:sldLayoutId id="2147483727" r:id="rId29"/>
    <p:sldLayoutId id="2147483728" r:id="rId30"/>
    <p:sldLayoutId id="2147483729" r:id="rId31"/>
    <p:sldLayoutId id="2147483730" r:id="rId32"/>
    <p:sldLayoutId id="2147483731" r:id="rId33"/>
    <p:sldLayoutId id="2147483732" r:id="rId34"/>
    <p:sldLayoutId id="2147483733" r:id="rId35"/>
    <p:sldLayoutId id="2147483734" r:id="rId36"/>
    <p:sldLayoutId id="2147483735" r:id="rId37"/>
    <p:sldLayoutId id="2147483736" r:id="rId38"/>
    <p:sldLayoutId id="2147483737" r:id="rId39"/>
    <p:sldLayoutId id="2147483738" r:id="rId40"/>
    <p:sldLayoutId id="2147483739" r:id="rId41"/>
    <p:sldLayoutId id="2147483740" r:id="rId42"/>
    <p:sldLayoutId id="2147483741" r:id="rId43"/>
    <p:sldLayoutId id="2147483742" r:id="rId44"/>
    <p:sldLayoutId id="2147483743" r:id="rId45"/>
    <p:sldLayoutId id="2147483744" r:id="rId46"/>
    <p:sldLayoutId id="2147483745" r:id="rId47"/>
    <p:sldLayoutId id="2147483746" r:id="rId48"/>
    <p:sldLayoutId id="2147483747" r:id="rId49"/>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1.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1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8" Type="http://schemas.openxmlformats.org/officeDocument/2006/relationships/diagramLayout" Target="../diagrams/layout4.xml"/><Relationship Id="rId13" Type="http://schemas.openxmlformats.org/officeDocument/2006/relationships/diagramLayout" Target="../diagrams/layout5.xml"/><Relationship Id="rId18" Type="http://schemas.openxmlformats.org/officeDocument/2006/relationships/diagramLayout" Target="../diagrams/layout6.xml"/><Relationship Id="rId26" Type="http://schemas.microsoft.com/office/2007/relationships/diagramDrawing" Target="../diagrams/drawing7.xml"/><Relationship Id="rId3" Type="http://schemas.openxmlformats.org/officeDocument/2006/relationships/diagramLayout" Target="../diagrams/layout3.xml"/><Relationship Id="rId21" Type="http://schemas.microsoft.com/office/2007/relationships/diagramDrawing" Target="../diagrams/drawing6.xml"/><Relationship Id="rId7" Type="http://schemas.openxmlformats.org/officeDocument/2006/relationships/diagramData" Target="../diagrams/data4.xml"/><Relationship Id="rId12" Type="http://schemas.openxmlformats.org/officeDocument/2006/relationships/diagramData" Target="../diagrams/data5.xml"/><Relationship Id="rId17" Type="http://schemas.openxmlformats.org/officeDocument/2006/relationships/diagramData" Target="../diagrams/data6.xml"/><Relationship Id="rId25" Type="http://schemas.openxmlformats.org/officeDocument/2006/relationships/diagramColors" Target="../diagrams/colors7.xml"/><Relationship Id="rId2" Type="http://schemas.openxmlformats.org/officeDocument/2006/relationships/diagramData" Target="../diagrams/data3.xml"/><Relationship Id="rId16" Type="http://schemas.microsoft.com/office/2007/relationships/diagramDrawing" Target="../diagrams/drawing5.xml"/><Relationship Id="rId20" Type="http://schemas.openxmlformats.org/officeDocument/2006/relationships/diagramColors" Target="../diagrams/colors6.xml"/><Relationship Id="rId29" Type="http://schemas.openxmlformats.org/officeDocument/2006/relationships/diagramQuickStyle" Target="../diagrams/quickStyle8.xml"/><Relationship Id="rId1" Type="http://schemas.openxmlformats.org/officeDocument/2006/relationships/slideLayout" Target="../slideLayouts/slideLayout2.xml"/><Relationship Id="rId6" Type="http://schemas.microsoft.com/office/2007/relationships/diagramDrawing" Target="../diagrams/drawing3.xml"/><Relationship Id="rId11" Type="http://schemas.microsoft.com/office/2007/relationships/diagramDrawing" Target="../diagrams/drawing4.xml"/><Relationship Id="rId24" Type="http://schemas.openxmlformats.org/officeDocument/2006/relationships/diagramQuickStyle" Target="../diagrams/quickStyle7.xml"/><Relationship Id="rId5" Type="http://schemas.openxmlformats.org/officeDocument/2006/relationships/diagramColors" Target="../diagrams/colors3.xml"/><Relationship Id="rId15" Type="http://schemas.openxmlformats.org/officeDocument/2006/relationships/diagramColors" Target="../diagrams/colors5.xml"/><Relationship Id="rId23" Type="http://schemas.openxmlformats.org/officeDocument/2006/relationships/diagramLayout" Target="../diagrams/layout7.xml"/><Relationship Id="rId28" Type="http://schemas.openxmlformats.org/officeDocument/2006/relationships/diagramLayout" Target="../diagrams/layout8.xml"/><Relationship Id="rId10" Type="http://schemas.openxmlformats.org/officeDocument/2006/relationships/diagramColors" Target="../diagrams/colors4.xml"/><Relationship Id="rId19" Type="http://schemas.openxmlformats.org/officeDocument/2006/relationships/diagramQuickStyle" Target="../diagrams/quickStyle6.xml"/><Relationship Id="rId31" Type="http://schemas.microsoft.com/office/2007/relationships/diagramDrawing" Target="../diagrams/drawing8.xml"/><Relationship Id="rId4" Type="http://schemas.openxmlformats.org/officeDocument/2006/relationships/diagramQuickStyle" Target="../diagrams/quickStyle3.xml"/><Relationship Id="rId9" Type="http://schemas.openxmlformats.org/officeDocument/2006/relationships/diagramQuickStyle" Target="../diagrams/quickStyle4.xml"/><Relationship Id="rId14" Type="http://schemas.openxmlformats.org/officeDocument/2006/relationships/diagramQuickStyle" Target="../diagrams/quickStyle5.xml"/><Relationship Id="rId22" Type="http://schemas.openxmlformats.org/officeDocument/2006/relationships/diagramData" Target="../diagrams/data7.xml"/><Relationship Id="rId27" Type="http://schemas.openxmlformats.org/officeDocument/2006/relationships/diagramData" Target="../diagrams/data8.xml"/><Relationship Id="rId30" Type="http://schemas.openxmlformats.org/officeDocument/2006/relationships/diagramColors" Target="../diagrams/colors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8" descr="Une image contenant blanc, conception&#10;&#10;Le contenu généré par l’IA peut être incorrect.">
            <a:extLst>
              <a:ext uri="{FF2B5EF4-FFF2-40B4-BE49-F238E27FC236}">
                <a16:creationId xmlns:a16="http://schemas.microsoft.com/office/drawing/2014/main" id="{82643D89-B7E6-3F8A-916F-E250851E1155}"/>
              </a:ext>
            </a:extLst>
          </p:cNvPr>
          <p:cNvPicPr>
            <a:picLocks noChangeAspect="1"/>
          </p:cNvPicPr>
          <p:nvPr/>
        </p:nvPicPr>
        <p:blipFill>
          <a:blip r:embed="rId2"/>
          <a:stretch>
            <a:fillRect/>
          </a:stretch>
        </p:blipFill>
        <p:spPr>
          <a:xfrm>
            <a:off x="0" y="2677"/>
            <a:ext cx="12192000" cy="6852646"/>
          </a:xfrm>
          <a:prstGeom prst="rect">
            <a:avLst/>
          </a:prstGeom>
        </p:spPr>
      </p:pic>
      <p:sp>
        <p:nvSpPr>
          <p:cNvPr id="2" name="Titre 1">
            <a:extLst>
              <a:ext uri="{FF2B5EF4-FFF2-40B4-BE49-F238E27FC236}">
                <a16:creationId xmlns:a16="http://schemas.microsoft.com/office/drawing/2014/main" id="{C8EA7DF4-78CD-39A2-5771-DB7AD46F2C44}"/>
              </a:ext>
            </a:extLst>
          </p:cNvPr>
          <p:cNvSpPr>
            <a:spLocks noGrp="1"/>
          </p:cNvSpPr>
          <p:nvPr>
            <p:ph type="ctrTitle"/>
          </p:nvPr>
        </p:nvSpPr>
        <p:spPr>
          <a:xfrm>
            <a:off x="365760" y="5565273"/>
            <a:ext cx="11460480" cy="786384"/>
          </a:xfrm>
        </p:spPr>
        <p:txBody>
          <a:bodyPr anchor="ctr">
            <a:noAutofit/>
          </a:bodyPr>
          <a:lstStyle/>
          <a:p>
            <a:pPr algn="ctr"/>
            <a:r>
              <a:rPr lang="fr-FR" sz="2800" dirty="0"/>
              <a:t>Création et utilisation d’une base de données immobilière </a:t>
            </a:r>
          </a:p>
        </p:txBody>
      </p:sp>
      <p:pic>
        <p:nvPicPr>
          <p:cNvPr id="4" name="Espace réservé pour une image  3">
            <a:extLst>
              <a:ext uri="{FF2B5EF4-FFF2-40B4-BE49-F238E27FC236}">
                <a16:creationId xmlns:a16="http://schemas.microsoft.com/office/drawing/2014/main" id="{599EF48B-D6A7-A2F5-7EB2-DA5F7669E151}"/>
              </a:ext>
            </a:extLst>
          </p:cNvPr>
          <p:cNvPicPr>
            <a:picLocks noGrp="1" noChangeAspect="1"/>
          </p:cNvPicPr>
          <p:nvPr>
            <p:ph type="pic" sz="quarter" idx="13"/>
          </p:nvPr>
        </p:nvPicPr>
        <p:blipFill>
          <a:blip r:embed="rId3"/>
          <a:srcRect l="9326" r="9326"/>
          <a:stretch>
            <a:fillRect/>
          </a:stretch>
        </p:blipFill>
        <p:spPr>
          <a:xfrm>
            <a:off x="0" y="0"/>
            <a:ext cx="12192000" cy="4986338"/>
          </a:xfrm>
          <a:prstGeom prst="rect">
            <a:avLst/>
          </a:prstGeom>
        </p:spPr>
      </p:pic>
    </p:spTree>
    <p:extLst>
      <p:ext uri="{BB962C8B-B14F-4D97-AF65-F5344CB8AC3E}">
        <p14:creationId xmlns:p14="http://schemas.microsoft.com/office/powerpoint/2010/main" val="3270744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8B5DEB7-F56F-094C-A002-25F186E0E7D4}"/>
              </a:ext>
            </a:extLst>
          </p:cNvPr>
          <p:cNvSpPr>
            <a:spLocks noGrp="1"/>
          </p:cNvSpPr>
          <p:nvPr>
            <p:ph type="title"/>
          </p:nvPr>
        </p:nvSpPr>
        <p:spPr>
          <a:xfrm>
            <a:off x="7253808" y="584339"/>
            <a:ext cx="4361688" cy="1527048"/>
          </a:xfrm>
        </p:spPr>
        <p:txBody>
          <a:bodyPr anchor="b">
            <a:normAutofit/>
          </a:bodyPr>
          <a:lstStyle/>
          <a:p>
            <a:r>
              <a:rPr lang="fr-FR" dirty="0"/>
              <a:t>Objectif global</a:t>
            </a:r>
          </a:p>
        </p:txBody>
      </p:sp>
      <p:pic>
        <p:nvPicPr>
          <p:cNvPr id="5" name="Picture 4" descr="Loupe montrant des performances en baisse">
            <a:extLst>
              <a:ext uri="{FF2B5EF4-FFF2-40B4-BE49-F238E27FC236}">
                <a16:creationId xmlns:a16="http://schemas.microsoft.com/office/drawing/2014/main" id="{71E6CEB1-D5A0-335D-22A4-BFA2D866F22D}"/>
              </a:ext>
            </a:extLst>
          </p:cNvPr>
          <p:cNvPicPr>
            <a:picLocks noChangeAspect="1"/>
          </p:cNvPicPr>
          <p:nvPr/>
        </p:nvPicPr>
        <p:blipFill>
          <a:blip r:embed="rId2"/>
          <a:srcRect l="2543" r="33106" b="-1"/>
          <a:stretch>
            <a:fillRect/>
          </a:stretch>
        </p:blipFill>
        <p:spPr>
          <a:xfrm>
            <a:off x="20" y="10"/>
            <a:ext cx="6611489" cy="6857990"/>
          </a:xfrm>
          <a:prstGeom prst="rect">
            <a:avLst/>
          </a:prstGeom>
          <a:noFill/>
        </p:spPr>
      </p:pic>
      <p:sp>
        <p:nvSpPr>
          <p:cNvPr id="3" name="Espace réservé du contenu 2">
            <a:extLst>
              <a:ext uri="{FF2B5EF4-FFF2-40B4-BE49-F238E27FC236}">
                <a16:creationId xmlns:a16="http://schemas.microsoft.com/office/drawing/2014/main" id="{E7AF429C-E7B6-400E-B140-C8DB1072B341}"/>
              </a:ext>
            </a:extLst>
          </p:cNvPr>
          <p:cNvSpPr>
            <a:spLocks noGrp="1"/>
          </p:cNvSpPr>
          <p:nvPr>
            <p:ph sz="quarter" idx="14"/>
          </p:nvPr>
        </p:nvSpPr>
        <p:spPr>
          <a:xfrm>
            <a:off x="7253745" y="2212975"/>
            <a:ext cx="4362450" cy="4095750"/>
          </a:xfrm>
        </p:spPr>
        <p:txBody>
          <a:bodyPr>
            <a:normAutofit/>
          </a:bodyPr>
          <a:lstStyle/>
          <a:p>
            <a:pPr marL="0" indent="0">
              <a:buNone/>
            </a:pPr>
            <a:r>
              <a:rPr lang="fr-FR" dirty="0"/>
              <a:t>Créer une </a:t>
            </a:r>
            <a:r>
              <a:rPr lang="fr-FR" b="1" dirty="0"/>
              <a:t>base de données relationnelle normalisée</a:t>
            </a:r>
            <a:r>
              <a:rPr lang="fr-FR" dirty="0"/>
              <a:t> permettant de :</a:t>
            </a:r>
          </a:p>
          <a:p>
            <a:r>
              <a:rPr lang="fr-FR" dirty="0"/>
              <a:t>Collecter les transactions immobilières en France</a:t>
            </a:r>
          </a:p>
          <a:p>
            <a:r>
              <a:rPr lang="fr-FR" dirty="0"/>
              <a:t>Analyser le marché immobilier</a:t>
            </a:r>
          </a:p>
          <a:p>
            <a:r>
              <a:rPr lang="fr-FR" dirty="0"/>
              <a:t>Alimenter à terme un </a:t>
            </a:r>
            <a:r>
              <a:rPr lang="fr-FR" b="1" dirty="0"/>
              <a:t>modèle de prédiction des prix de vente</a:t>
            </a:r>
            <a:endParaRPr lang="fr-FR" dirty="0"/>
          </a:p>
          <a:p>
            <a:endParaRPr lang="fr-FR" dirty="0"/>
          </a:p>
        </p:txBody>
      </p:sp>
    </p:spTree>
    <p:extLst>
      <p:ext uri="{BB962C8B-B14F-4D97-AF65-F5344CB8AC3E}">
        <p14:creationId xmlns:p14="http://schemas.microsoft.com/office/powerpoint/2010/main" val="28281979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CF01289-A9D7-234F-0E82-8C61401D673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12196802"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9FBA8429-4ADA-7391-9B74-45DA5CD3E5CA}"/>
              </a:ext>
            </a:extLst>
          </p:cNvPr>
          <p:cNvSpPr>
            <a:spLocks noGrp="1"/>
          </p:cNvSpPr>
          <p:nvPr>
            <p:ph type="title"/>
          </p:nvPr>
        </p:nvSpPr>
        <p:spPr>
          <a:xfrm>
            <a:off x="612648" y="583413"/>
            <a:ext cx="4361688" cy="1527048"/>
          </a:xfrm>
        </p:spPr>
        <p:txBody>
          <a:bodyPr vert="horz" lIns="91440" tIns="45720" rIns="91440" bIns="45720" rtlCol="0" anchor="b">
            <a:normAutofit/>
          </a:bodyPr>
          <a:lstStyle/>
          <a:p>
            <a:r>
              <a:rPr lang="en-US" b="1" kern="1200">
                <a:latin typeface="+mj-lt"/>
                <a:ea typeface="+mj-ea"/>
                <a:cs typeface="+mj-cs"/>
              </a:rPr>
              <a:t>Contexte du projet Laplace Immo</a:t>
            </a:r>
          </a:p>
        </p:txBody>
      </p:sp>
      <p:sp>
        <p:nvSpPr>
          <p:cNvPr id="5" name="ZoneTexte 4">
            <a:extLst>
              <a:ext uri="{FF2B5EF4-FFF2-40B4-BE49-F238E27FC236}">
                <a16:creationId xmlns:a16="http://schemas.microsoft.com/office/drawing/2014/main" id="{0416794C-E5DA-4217-B531-BCB7EB86CE22}"/>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775" y="2212975"/>
            <a:ext cx="4360863" cy="4095750"/>
          </a:xfrm>
          <a:prstGeom prst="rect">
            <a:avLst/>
          </a:prstGeom>
        </p:spPr>
        <p:txBody>
          <a:bodyPr>
            <a:normAutofit fontScale="77500" lnSpcReduction="20000"/>
          </a:bodyPr>
          <a:lstStyle/>
          <a:p>
            <a:pPr marL="0" indent="0">
              <a:spcBef>
                <a:spcPts val="2500"/>
              </a:spcBef>
              <a:spcAft>
                <a:spcPts val="600"/>
              </a:spcAft>
              <a:buFont typeface="Arial" panose="020B0604020202020204" pitchFamily="34" charset="0"/>
              <a:buNone/>
            </a:pPr>
            <a:r>
              <a:rPr lang="fr-FR" sz="1400" b="1" dirty="0"/>
              <a:t>Qui est Laplace </a:t>
            </a:r>
            <a:r>
              <a:rPr lang="fr-FR" sz="1400" b="1" dirty="0" err="1"/>
              <a:t>Immo</a:t>
            </a:r>
            <a:r>
              <a:rPr lang="fr-FR" sz="1400" b="1" dirty="0"/>
              <a:t> ?</a:t>
            </a:r>
          </a:p>
          <a:p>
            <a:pPr>
              <a:spcBef>
                <a:spcPts val="2500"/>
              </a:spcBef>
              <a:spcAft>
                <a:spcPts val="600"/>
              </a:spcAft>
            </a:pPr>
            <a:r>
              <a:rPr lang="fr-FR" sz="1400" dirty="0"/>
              <a:t>Laplace </a:t>
            </a:r>
            <a:r>
              <a:rPr lang="fr-FR" sz="1400" dirty="0" err="1"/>
              <a:t>Immo</a:t>
            </a:r>
            <a:r>
              <a:rPr lang="fr-FR" sz="1400" dirty="0"/>
              <a:t> est un réseau national d'agences immobilières.</a:t>
            </a:r>
            <a:endParaRPr lang="fr-FR" sz="1400" b="1" dirty="0"/>
          </a:p>
          <a:p>
            <a:pPr marL="0" indent="0">
              <a:spcBef>
                <a:spcPts val="2500"/>
              </a:spcBef>
              <a:spcAft>
                <a:spcPts val="600"/>
              </a:spcAft>
              <a:buFont typeface="Arial" panose="020B0604020202020204" pitchFamily="34" charset="0"/>
              <a:buNone/>
            </a:pPr>
            <a:r>
              <a:rPr lang="fr-FR" sz="1400" b="1" dirty="0"/>
              <a:t>Exploiter la puissance des données</a:t>
            </a:r>
          </a:p>
          <a:p>
            <a:pPr marL="0" lvl="1" indent="0">
              <a:spcBef>
                <a:spcPts val="1000"/>
              </a:spcBef>
              <a:spcAft>
                <a:spcPts val="600"/>
              </a:spcAft>
              <a:buFont typeface="Arial" panose="020B0604020202020204" pitchFamily="34" charset="0"/>
              <a:buNone/>
            </a:pPr>
            <a:r>
              <a:rPr lang="fr-FR" sz="1400" dirty="0"/>
              <a:t>Elle souhaite utiliser l’analyse de données pour se démarquer dans le secteur immobilier et gagner en compétitivité.</a:t>
            </a:r>
          </a:p>
          <a:p>
            <a:pPr marL="0" indent="0">
              <a:spcBef>
                <a:spcPts val="2500"/>
              </a:spcBef>
              <a:spcAft>
                <a:spcPts val="600"/>
              </a:spcAft>
              <a:buFont typeface="Arial" panose="020B0604020202020204" pitchFamily="34" charset="0"/>
              <a:buNone/>
            </a:pPr>
            <a:r>
              <a:rPr lang="fr-FR" sz="1400" b="1" dirty="0"/>
              <a:t>Modéliser les prix de vente</a:t>
            </a:r>
          </a:p>
          <a:p>
            <a:pPr marL="0" lvl="1" indent="0">
              <a:spcBef>
                <a:spcPts val="1000"/>
              </a:spcBef>
              <a:spcAft>
                <a:spcPts val="600"/>
              </a:spcAft>
              <a:buFont typeface="Arial" panose="020B0604020202020204" pitchFamily="34" charset="0"/>
              <a:buNone/>
            </a:pPr>
            <a:r>
              <a:rPr lang="fr-FR" sz="1400" dirty="0"/>
              <a:t>L’objectif du directeur général est de créer un modèle prédictif capable d’estimer précisément les prix de vente immobiliers en France.</a:t>
            </a:r>
          </a:p>
          <a:p>
            <a:pPr marL="0" indent="0">
              <a:spcBef>
                <a:spcPts val="2500"/>
              </a:spcBef>
              <a:spcAft>
                <a:spcPts val="600"/>
              </a:spcAft>
              <a:buFont typeface="Arial" panose="020B0604020202020204" pitchFamily="34" charset="0"/>
              <a:buNone/>
            </a:pPr>
            <a:r>
              <a:rPr lang="fr-FR" sz="1400" b="1" dirty="0"/>
              <a:t>Centralisation des transactions</a:t>
            </a:r>
          </a:p>
          <a:p>
            <a:pPr marL="0" lvl="1" indent="0">
              <a:spcBef>
                <a:spcPts val="1000"/>
              </a:spcBef>
              <a:spcAft>
                <a:spcPts val="600"/>
              </a:spcAft>
              <a:buFont typeface="Arial" panose="020B0604020202020204" pitchFamily="34" charset="0"/>
              <a:buNone/>
            </a:pPr>
            <a:r>
              <a:rPr lang="fr-FR" sz="1400" dirty="0"/>
              <a:t>Une base de données regroupera toutes les transactions immobilières et foncières françaises pour une meilleure analyse du marché.</a:t>
            </a:r>
          </a:p>
        </p:txBody>
      </p:sp>
      <p:pic>
        <p:nvPicPr>
          <p:cNvPr id="14" name="Image 13">
            <a:extLst>
              <a:ext uri="{FF2B5EF4-FFF2-40B4-BE49-F238E27FC236}">
                <a16:creationId xmlns:a16="http://schemas.microsoft.com/office/drawing/2014/main" id="{50E5442B-96CE-2CEE-0641-EBCCD3C7088A}"/>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787" b="95887" l="9934" r="93567">
                        <a14:foregroundMark x1="49196" y1="65816" x2="49196" y2="65816"/>
                        <a14:foregroundMark x1="50237" y1="24965" x2="50237" y2="24965"/>
                        <a14:foregroundMark x1="76537" y1="29220" x2="76537" y2="29220"/>
                        <a14:foregroundMark x1="88079" y1="20851" x2="88079" y2="20851"/>
                        <a14:foregroundMark x1="84674" y1="64539" x2="84674" y2="64539"/>
                        <a14:foregroundMark x1="93567" y1="61986" x2="93567" y2="61986"/>
                        <a14:foregroundMark x1="62630" y1="59149" x2="62630" y2="59149"/>
                        <a14:foregroundMark x1="84011" y1="74184" x2="84011" y2="74184"/>
                        <a14:foregroundMark x1="13340" y1="71489" x2="13340" y2="71489"/>
                        <a14:foregroundMark x1="13340" y1="69078" x2="13340" y2="69078"/>
                        <a14:foregroundMark x1="13340" y1="69078" x2="13340" y2="69078"/>
                        <a14:foregroundMark x1="13340" y1="69078" x2="13340" y2="69078"/>
                        <a14:foregroundMark x1="14948" y1="69787" x2="14948" y2="69787"/>
                        <a14:foregroundMark x1="14948" y1="69787" x2="14948" y2="69787"/>
                        <a14:foregroundMark x1="11826" y1="59433" x2="11826" y2="59433"/>
                        <a14:foregroundMark x1="11826" y1="59433" x2="11826" y2="59433"/>
                        <a14:foregroundMark x1="10785" y1="59858" x2="10785" y2="59858"/>
                        <a14:foregroundMark x1="10785" y1="59858" x2="10785" y2="59858"/>
                        <a14:foregroundMark x1="16272" y1="78014" x2="16272" y2="78014"/>
                        <a14:foregroundMark x1="16272" y1="78014" x2="16272" y2="78014"/>
                        <a14:foregroundMark x1="16746" y1="80567" x2="16746" y2="80567"/>
                        <a14:foregroundMark x1="16746" y1="80567" x2="16746" y2="80567"/>
                        <a14:foregroundMark x1="12488" y1="95887" x2="12488" y2="95887"/>
                        <a14:foregroundMark x1="12488" y1="95887" x2="12488" y2="95887"/>
                        <a14:foregroundMark x1="74267" y1="45390" x2="74267" y2="45390"/>
                        <a14:foregroundMark x1="74267" y1="45390" x2="74267" y2="45390"/>
                        <a14:backgroundMark x1="39451" y1="40709" x2="39451" y2="40709"/>
                        <a14:backgroundMark x1="39451" y1="40709" x2="39451" y2="40709"/>
                        <a14:backgroundMark x1="39451" y1="40284" x2="39451" y2="40284"/>
                        <a14:backgroundMark x1="39451" y1="40284" x2="39451" y2="40284"/>
                        <a14:backgroundMark x1="39451" y1="40284" x2="39451" y2="40284"/>
                        <a14:backgroundMark x1="39451" y1="40284" x2="39451" y2="40284"/>
                        <a14:backgroundMark x1="39357" y1="40000" x2="39451" y2="40709"/>
                        <a14:backgroundMark x1="39262" y1="40000" x2="39262" y2="40000"/>
                        <a14:backgroundMark x1="39262" y1="40000" x2="39451" y2="41277"/>
                      </a14:backgroundRemoval>
                    </a14:imgEffect>
                  </a14:imgLayer>
                </a14:imgProps>
              </a:ext>
            </a:extLst>
          </a:blip>
          <a:stretch>
            <a:fillRect/>
          </a:stretch>
        </p:blipFill>
        <p:spPr>
          <a:xfrm>
            <a:off x="5586413" y="1346937"/>
            <a:ext cx="6444031" cy="4298053"/>
          </a:xfrm>
          <a:prstGeom prst="rect">
            <a:avLst/>
          </a:prstGeom>
        </p:spPr>
      </p:pic>
    </p:spTree>
    <p:extLst>
      <p:ext uri="{BB962C8B-B14F-4D97-AF65-F5344CB8AC3E}">
        <p14:creationId xmlns:p14="http://schemas.microsoft.com/office/powerpoint/2010/main" val="51743605"/>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3C4664-95B8-3426-C707-EA7EB7486D1D}"/>
              </a:ext>
            </a:extLst>
          </p:cNvPr>
          <p:cNvSpPr>
            <a:spLocks noGrp="1"/>
          </p:cNvSpPr>
          <p:nvPr>
            <p:ph type="title"/>
          </p:nvPr>
        </p:nvSpPr>
        <p:spPr>
          <a:xfrm>
            <a:off x="6858000" y="1161288"/>
            <a:ext cx="4663440" cy="1554480"/>
          </a:xfrm>
        </p:spPr>
        <p:txBody>
          <a:bodyPr vert="horz" lIns="91440" tIns="45720" rIns="91440" bIns="45720" rtlCol="0" anchor="b">
            <a:normAutofit/>
          </a:bodyPr>
          <a:lstStyle/>
          <a:p>
            <a:r>
              <a:rPr lang="en-US" sz="3400" b="1" kern="1200">
                <a:latin typeface="+mj-lt"/>
                <a:ea typeface="+mj-ea"/>
                <a:cs typeface="+mj-cs"/>
              </a:rPr>
              <a:t>Centraliser l’analyse immobilière</a:t>
            </a:r>
          </a:p>
        </p:txBody>
      </p:sp>
      <p:pic>
        <p:nvPicPr>
          <p:cNvPr id="4" name="Espace réservé du contenu 3" descr="Homme d’affaires touche l’hologramme de la maison et l’icône de la maison. Activité immobilière, technologie du bâtiment et concept de maison intelligente">
            <a:extLst>
              <a:ext uri="{FF2B5EF4-FFF2-40B4-BE49-F238E27FC236}">
                <a16:creationId xmlns:a16="http://schemas.microsoft.com/office/drawing/2014/main" id="{8A77A948-0F35-4307-98D6-0901FC1B3D00}"/>
              </a:ext>
            </a:extLst>
          </p:cNvPr>
          <p:cNvPicPr>
            <a:picLocks noGrp="1" noChangeAspect="1"/>
          </p:cNvPicPr>
          <p:nvPr>
            <p:ph type="pic" sz="quarter" idx="14"/>
          </p:nvPr>
        </p:nvPicPr>
        <p:blipFill>
          <a:blip r:embed="rId3"/>
          <a:srcRect l="20444" r="20193" b="-1"/>
          <a:stretch>
            <a:fillRect/>
          </a:stretch>
        </p:blipFill>
        <p:spPr>
          <a:xfrm>
            <a:off x="20" y="10"/>
            <a:ext cx="6099028" cy="6857990"/>
          </a:xfrm>
          <a:noFill/>
        </p:spPr>
      </p:pic>
      <p:sp>
        <p:nvSpPr>
          <p:cNvPr id="5" name="ZoneTexte 4">
            <a:extLst>
              <a:ext uri="{FF2B5EF4-FFF2-40B4-BE49-F238E27FC236}">
                <a16:creationId xmlns:a16="http://schemas.microsoft.com/office/drawing/2014/main" id="{58C7C965-7CE9-4CD3-B3DC-7517F2A8B0C5}"/>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858000" y="2825496"/>
            <a:ext cx="4663440" cy="3337560"/>
          </a:xfrm>
          <a:prstGeom prst="rect">
            <a:avLst/>
          </a:prstGeom>
        </p:spPr>
        <p:txBody>
          <a:bodyPr>
            <a:normAutofit/>
          </a:bodyPr>
          <a:lstStyle/>
          <a:p>
            <a:pPr marL="0" indent="0">
              <a:lnSpc>
                <a:spcPct val="90000"/>
              </a:lnSpc>
              <a:spcBef>
                <a:spcPts val="2500"/>
              </a:spcBef>
              <a:spcAft>
                <a:spcPts val="600"/>
              </a:spcAft>
              <a:buFont typeface="+mj-lt"/>
              <a:buNone/>
            </a:pPr>
            <a:r>
              <a:rPr lang="fr-FR" sz="1200" b="1"/>
              <a:t>Importance de la centralisation</a:t>
            </a:r>
          </a:p>
          <a:p>
            <a:pPr marL="0" lvl="1" indent="0">
              <a:lnSpc>
                <a:spcPct val="90000"/>
              </a:lnSpc>
              <a:spcBef>
                <a:spcPts val="1000"/>
              </a:spcBef>
              <a:spcAft>
                <a:spcPts val="600"/>
              </a:spcAft>
              <a:buFont typeface="+mj-lt"/>
              <a:buNone/>
            </a:pPr>
            <a:r>
              <a:rPr lang="fr-FR" sz="1200"/>
              <a:t>La centralisation des données immobilières permet d’améliorer la précision de l’analyse et la modélisation des prix en France.</a:t>
            </a:r>
          </a:p>
          <a:p>
            <a:pPr marL="0" indent="0">
              <a:lnSpc>
                <a:spcPct val="90000"/>
              </a:lnSpc>
              <a:spcBef>
                <a:spcPts val="2500"/>
              </a:spcBef>
              <a:spcAft>
                <a:spcPts val="600"/>
              </a:spcAft>
              <a:buFont typeface="+mj-lt"/>
              <a:buNone/>
            </a:pPr>
            <a:r>
              <a:rPr lang="fr-FR" sz="1200" b="1"/>
              <a:t>Limites sans centralisation</a:t>
            </a:r>
          </a:p>
          <a:p>
            <a:pPr marL="0" lvl="1" indent="0">
              <a:lnSpc>
                <a:spcPct val="90000"/>
              </a:lnSpc>
              <a:spcBef>
                <a:spcPts val="1000"/>
              </a:spcBef>
              <a:spcAft>
                <a:spcPts val="600"/>
              </a:spcAft>
              <a:buFont typeface="+mj-lt"/>
              <a:buNone/>
            </a:pPr>
            <a:r>
              <a:rPr lang="fr-FR" sz="1200"/>
              <a:t>Sans système centralisé, les recommandations fournies aux agences et clients manquent de fiabilité et de personnalisation.</a:t>
            </a:r>
          </a:p>
          <a:p>
            <a:pPr marL="0" indent="0">
              <a:lnSpc>
                <a:spcPct val="90000"/>
              </a:lnSpc>
              <a:spcBef>
                <a:spcPts val="2500"/>
              </a:spcBef>
              <a:spcAft>
                <a:spcPts val="600"/>
              </a:spcAft>
              <a:buFont typeface="+mj-lt"/>
              <a:buNone/>
            </a:pPr>
            <a:r>
              <a:rPr lang="fr-FR" sz="1200" b="1"/>
              <a:t>Avantage concurrentiel</a:t>
            </a:r>
          </a:p>
          <a:p>
            <a:pPr marL="0" lvl="1" indent="0">
              <a:lnSpc>
                <a:spcPct val="90000"/>
              </a:lnSpc>
              <a:spcBef>
                <a:spcPts val="1000"/>
              </a:spcBef>
              <a:spcAft>
                <a:spcPts val="600"/>
              </a:spcAft>
              <a:buFont typeface="+mj-lt"/>
              <a:buNone/>
            </a:pPr>
            <a:r>
              <a:rPr lang="fr-FR" sz="1200"/>
              <a:t>Exploiter l’analyse de données centralisée permet à Laplace Immo de se différencier de ses concurrents sur le marché immobilier.</a:t>
            </a:r>
          </a:p>
        </p:txBody>
      </p:sp>
    </p:spTree>
    <p:extLst>
      <p:ext uri="{BB962C8B-B14F-4D97-AF65-F5344CB8AC3E}">
        <p14:creationId xmlns:p14="http://schemas.microsoft.com/office/powerpoint/2010/main" val="407208255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176B81-CCFA-886A-B67C-1AE5226D11DF}"/>
              </a:ext>
            </a:extLst>
          </p:cNvPr>
          <p:cNvSpPr>
            <a:spLocks noGrp="1"/>
          </p:cNvSpPr>
          <p:nvPr>
            <p:ph type="title"/>
          </p:nvPr>
        </p:nvSpPr>
        <p:spPr>
          <a:xfrm>
            <a:off x="612648" y="583413"/>
            <a:ext cx="4361688" cy="1527048"/>
          </a:xfrm>
        </p:spPr>
        <p:txBody>
          <a:bodyPr vert="horz" lIns="91440" tIns="45720" rIns="91440" bIns="45720" rtlCol="0" anchor="b">
            <a:normAutofit/>
          </a:bodyPr>
          <a:lstStyle/>
          <a:p>
            <a:r>
              <a:rPr lang="en-US" b="1" kern="1200">
                <a:latin typeface="+mj-lt"/>
                <a:ea typeface="+mj-ea"/>
                <a:cs typeface="+mj-cs"/>
              </a:rPr>
              <a:t>Créer une base de données fiable</a:t>
            </a:r>
          </a:p>
        </p:txBody>
      </p:sp>
      <p:sp>
        <p:nvSpPr>
          <p:cNvPr id="5" name="ZoneTexte 4">
            <a:extLst>
              <a:ext uri="{FF2B5EF4-FFF2-40B4-BE49-F238E27FC236}">
                <a16:creationId xmlns:a16="http://schemas.microsoft.com/office/drawing/2014/main" id="{FBEB694C-74F4-43B9-BF8C-955824A77628}"/>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775" y="2212975"/>
            <a:ext cx="4360863" cy="4095750"/>
          </a:xfrm>
          <a:prstGeom prst="rect">
            <a:avLst/>
          </a:prstGeom>
        </p:spPr>
        <p:txBody>
          <a:bodyPr>
            <a:normAutofit/>
          </a:bodyPr>
          <a:lstStyle/>
          <a:p>
            <a:pPr marL="0" indent="0">
              <a:spcBef>
                <a:spcPts val="2500"/>
              </a:spcBef>
              <a:spcAft>
                <a:spcPts val="600"/>
              </a:spcAft>
              <a:buFont typeface="Arial" panose="020B0604020202020204" pitchFamily="34" charset="0"/>
              <a:buNone/>
            </a:pPr>
            <a:r>
              <a:rPr lang="fr-FR" sz="1400" b="1"/>
              <a:t>Centralisation des transactions</a:t>
            </a:r>
          </a:p>
          <a:p>
            <a:pPr marL="0" lvl="1" indent="0">
              <a:spcBef>
                <a:spcPts val="1000"/>
              </a:spcBef>
              <a:spcAft>
                <a:spcPts val="600"/>
              </a:spcAft>
              <a:buFont typeface="Arial" panose="020B0604020202020204" pitchFamily="34" charset="0"/>
              <a:buNone/>
            </a:pPr>
            <a:r>
              <a:rPr lang="fr-FR" sz="1400"/>
              <a:t>Une base de données centralisée regroupe toutes les transactions immobilières et foncières en France pour un accès simplifié et fiable.</a:t>
            </a:r>
          </a:p>
          <a:p>
            <a:pPr marL="0" indent="0">
              <a:spcBef>
                <a:spcPts val="2500"/>
              </a:spcBef>
              <a:spcAft>
                <a:spcPts val="600"/>
              </a:spcAft>
              <a:buFont typeface="Arial" panose="020B0604020202020204" pitchFamily="34" charset="0"/>
              <a:buNone/>
            </a:pPr>
            <a:r>
              <a:rPr lang="fr-FR" sz="1400" b="1"/>
              <a:t>Collecte de données structurée</a:t>
            </a:r>
          </a:p>
          <a:p>
            <a:pPr marL="0" lvl="1" indent="0">
              <a:spcBef>
                <a:spcPts val="1000"/>
              </a:spcBef>
              <a:spcAft>
                <a:spcPts val="600"/>
              </a:spcAft>
              <a:buFont typeface="Arial" panose="020B0604020202020204" pitchFamily="34" charset="0"/>
              <a:buNone/>
            </a:pPr>
            <a:r>
              <a:rPr lang="fr-FR" sz="1400"/>
              <a:t>La normalisation permet une collecte exhaustive et structurée des données du marché, essentielle pour leur exploitation efficace.</a:t>
            </a:r>
          </a:p>
          <a:p>
            <a:pPr marL="0" indent="0">
              <a:spcBef>
                <a:spcPts val="2500"/>
              </a:spcBef>
              <a:spcAft>
                <a:spcPts val="600"/>
              </a:spcAft>
              <a:buFont typeface="Arial" panose="020B0604020202020204" pitchFamily="34" charset="0"/>
              <a:buNone/>
            </a:pPr>
            <a:r>
              <a:rPr lang="fr-FR" sz="1400" b="1"/>
              <a:t>Analyse et modélisation prédictive</a:t>
            </a:r>
          </a:p>
          <a:p>
            <a:pPr marL="0" lvl="1" indent="0">
              <a:spcBef>
                <a:spcPts val="1000"/>
              </a:spcBef>
              <a:spcAft>
                <a:spcPts val="600"/>
              </a:spcAft>
              <a:buFont typeface="Arial" panose="020B0604020202020204" pitchFamily="34" charset="0"/>
              <a:buNone/>
            </a:pPr>
            <a:r>
              <a:rPr lang="fr-FR" sz="1400"/>
              <a:t>La base de données constitue le pilier pour l’analyse du marché et la modélisation prédictive des prix de vente.</a:t>
            </a:r>
          </a:p>
        </p:txBody>
      </p:sp>
      <p:pic>
        <p:nvPicPr>
          <p:cNvPr id="4" name="Espace réservé du contenu 3" descr="Intérieur de la salle serveur dans le centre de données">
            <a:extLst>
              <a:ext uri="{FF2B5EF4-FFF2-40B4-BE49-F238E27FC236}">
                <a16:creationId xmlns:a16="http://schemas.microsoft.com/office/drawing/2014/main" id="{796EA7B8-3DE3-43A4-9997-615B6909D2E4}"/>
              </a:ext>
            </a:extLst>
          </p:cNvPr>
          <p:cNvPicPr>
            <a:picLocks noGrp="1" noChangeAspect="1"/>
          </p:cNvPicPr>
          <p:nvPr>
            <p:ph type="pic" sz="quarter" idx="13"/>
          </p:nvPr>
        </p:nvPicPr>
        <p:blipFill>
          <a:blip r:embed="rId3"/>
          <a:srcRect l="22478" r="24647"/>
          <a:stretch>
            <a:fillRect/>
          </a:stretch>
        </p:blipFill>
        <p:spPr>
          <a:xfrm>
            <a:off x="5745480" y="10"/>
            <a:ext cx="6446520" cy="6857990"/>
          </a:xfrm>
        </p:spPr>
      </p:pic>
    </p:spTree>
    <p:extLst>
      <p:ext uri="{BB962C8B-B14F-4D97-AF65-F5344CB8AC3E}">
        <p14:creationId xmlns:p14="http://schemas.microsoft.com/office/powerpoint/2010/main" val="86968651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4AE447-3ED3-A055-1C26-9CED1FB63984}"/>
              </a:ext>
            </a:extLst>
          </p:cNvPr>
          <p:cNvSpPr>
            <a:spLocks noGrp="1"/>
          </p:cNvSpPr>
          <p:nvPr>
            <p:ph type="title"/>
          </p:nvPr>
        </p:nvSpPr>
        <p:spPr>
          <a:xfrm>
            <a:off x="612648" y="583413"/>
            <a:ext cx="4361688" cy="1527048"/>
          </a:xfrm>
        </p:spPr>
        <p:txBody>
          <a:bodyPr vert="horz" lIns="91440" tIns="45720" rIns="91440" bIns="45720" rtlCol="0" anchor="b">
            <a:normAutofit/>
          </a:bodyPr>
          <a:lstStyle/>
          <a:p>
            <a:r>
              <a:rPr lang="en-US" sz="3300" b="1" kern="1200">
                <a:latin typeface="+mj-lt"/>
                <a:ea typeface="+mj-ea"/>
                <a:cs typeface="+mj-cs"/>
              </a:rPr>
              <a:t>Valoriser les données immobilières</a:t>
            </a:r>
          </a:p>
        </p:txBody>
      </p:sp>
      <p:sp>
        <p:nvSpPr>
          <p:cNvPr id="5" name="ZoneTexte 4">
            <a:extLst>
              <a:ext uri="{FF2B5EF4-FFF2-40B4-BE49-F238E27FC236}">
                <a16:creationId xmlns:a16="http://schemas.microsoft.com/office/drawing/2014/main" id="{F979CDF0-D4EA-4256-A344-F2EE012012DB}"/>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775" y="2212975"/>
            <a:ext cx="4360863" cy="4095750"/>
          </a:xfrm>
          <a:prstGeom prst="rect">
            <a:avLst/>
          </a:prstGeom>
        </p:spPr>
        <p:txBody>
          <a:bodyPr>
            <a:normAutofit/>
          </a:bodyPr>
          <a:lstStyle/>
          <a:p>
            <a:pPr marL="0" indent="0">
              <a:lnSpc>
                <a:spcPct val="90000"/>
              </a:lnSpc>
              <a:spcBef>
                <a:spcPts val="2500"/>
              </a:spcBef>
              <a:spcAft>
                <a:spcPts val="600"/>
              </a:spcAft>
              <a:buFont typeface="Arial" panose="020B0604020202020204" pitchFamily="34" charset="0"/>
              <a:buNone/>
            </a:pPr>
            <a:r>
              <a:rPr lang="fr-FR" sz="1400" b="1"/>
              <a:t>Identifier les tendances du marché</a:t>
            </a:r>
          </a:p>
          <a:p>
            <a:pPr marL="0" lvl="1" indent="0">
              <a:lnSpc>
                <a:spcPct val="90000"/>
              </a:lnSpc>
              <a:spcBef>
                <a:spcPts val="1000"/>
              </a:spcBef>
              <a:spcAft>
                <a:spcPts val="600"/>
              </a:spcAft>
              <a:buFont typeface="Arial" panose="020B0604020202020204" pitchFamily="34" charset="0"/>
              <a:buNone/>
            </a:pPr>
            <a:r>
              <a:rPr lang="fr-FR" sz="1400"/>
              <a:t>L’analyse des données révèle les tendances du secteur immobilier, offrant une vision précise et en temps réel du marché.</a:t>
            </a:r>
          </a:p>
          <a:p>
            <a:pPr marL="0" indent="0">
              <a:lnSpc>
                <a:spcPct val="90000"/>
              </a:lnSpc>
              <a:spcBef>
                <a:spcPts val="2500"/>
              </a:spcBef>
              <a:spcAft>
                <a:spcPts val="600"/>
              </a:spcAft>
              <a:buFont typeface="Arial" panose="020B0604020202020204" pitchFamily="34" charset="0"/>
              <a:buNone/>
            </a:pPr>
            <a:r>
              <a:rPr lang="fr-FR" sz="1400" b="1"/>
              <a:t>Conseils personnalisés pour les clients</a:t>
            </a:r>
          </a:p>
          <a:p>
            <a:pPr marL="0" lvl="1" indent="0">
              <a:lnSpc>
                <a:spcPct val="90000"/>
              </a:lnSpc>
              <a:spcBef>
                <a:spcPts val="1000"/>
              </a:spcBef>
              <a:spcAft>
                <a:spcPts val="600"/>
              </a:spcAft>
              <a:buFont typeface="Arial" panose="020B0604020202020204" pitchFamily="34" charset="0"/>
              <a:buNone/>
            </a:pPr>
            <a:r>
              <a:rPr lang="fr-FR" sz="1400"/>
              <a:t>Les agences utilisent les données pour offrir un accompagnement sur mesure et des recommandations adaptées aux besoins de chaque client.</a:t>
            </a:r>
          </a:p>
          <a:p>
            <a:pPr marL="0" indent="0">
              <a:lnSpc>
                <a:spcPct val="90000"/>
              </a:lnSpc>
              <a:spcBef>
                <a:spcPts val="2500"/>
              </a:spcBef>
              <a:spcAft>
                <a:spcPts val="600"/>
              </a:spcAft>
              <a:buFont typeface="Arial" panose="020B0604020202020204" pitchFamily="34" charset="0"/>
              <a:buNone/>
            </a:pPr>
            <a:r>
              <a:rPr lang="fr-FR" sz="1400" b="1"/>
              <a:t>Modèle de prédiction des prix</a:t>
            </a:r>
          </a:p>
          <a:p>
            <a:pPr marL="0" lvl="1" indent="0">
              <a:lnSpc>
                <a:spcPct val="90000"/>
              </a:lnSpc>
              <a:spcBef>
                <a:spcPts val="1000"/>
              </a:spcBef>
              <a:spcAft>
                <a:spcPts val="600"/>
              </a:spcAft>
              <a:buFont typeface="Arial" panose="020B0604020202020204" pitchFamily="34" charset="0"/>
              <a:buNone/>
            </a:pPr>
            <a:r>
              <a:rPr lang="fr-FR" sz="1400"/>
              <a:t>Les analyses alimentent un modèle innovant de prévision des prix, donnant à Laplace Immo un avantage concurrentiel fort.</a:t>
            </a:r>
          </a:p>
        </p:txBody>
      </p:sp>
      <p:pic>
        <p:nvPicPr>
          <p:cNvPr id="4" name="Espace réservé du contenu 3" descr="Concept numérique abstrait de maison intelligente">
            <a:extLst>
              <a:ext uri="{FF2B5EF4-FFF2-40B4-BE49-F238E27FC236}">
                <a16:creationId xmlns:a16="http://schemas.microsoft.com/office/drawing/2014/main" id="{80DF829F-F2CA-4F38-8892-1660ECCD55FB}"/>
              </a:ext>
            </a:extLst>
          </p:cNvPr>
          <p:cNvPicPr>
            <a:picLocks noGrp="1" noChangeAspect="1"/>
          </p:cNvPicPr>
          <p:nvPr>
            <p:ph type="pic" sz="quarter" idx="13"/>
          </p:nvPr>
        </p:nvPicPr>
        <p:blipFill>
          <a:blip r:embed="rId3"/>
          <a:srcRect l="16402" r="13098"/>
          <a:stretch>
            <a:fillRect/>
          </a:stretch>
        </p:blipFill>
        <p:spPr>
          <a:xfrm>
            <a:off x="5745480" y="10"/>
            <a:ext cx="6446520" cy="6857990"/>
          </a:xfrm>
        </p:spPr>
      </p:pic>
    </p:spTree>
    <p:extLst>
      <p:ext uri="{BB962C8B-B14F-4D97-AF65-F5344CB8AC3E}">
        <p14:creationId xmlns:p14="http://schemas.microsoft.com/office/powerpoint/2010/main" val="363080601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97A795-322F-A012-AA33-142132626F3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12196802"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FB8C162F-0C8C-8A78-0683-3292A3715597}"/>
              </a:ext>
            </a:extLst>
          </p:cNvPr>
          <p:cNvSpPr>
            <a:spLocks noGrp="1"/>
          </p:cNvSpPr>
          <p:nvPr>
            <p:ph type="title"/>
          </p:nvPr>
        </p:nvSpPr>
        <p:spPr>
          <a:xfrm>
            <a:off x="372533" y="548639"/>
            <a:ext cx="3494314" cy="5719639"/>
          </a:xfrm>
        </p:spPr>
        <p:txBody>
          <a:bodyPr anchor="t">
            <a:normAutofit/>
          </a:bodyPr>
          <a:lstStyle/>
          <a:p>
            <a:r>
              <a:rPr lang="fr-FR" dirty="0"/>
              <a:t>Ce que la base doit permettre de calculer.</a:t>
            </a:r>
          </a:p>
        </p:txBody>
      </p:sp>
      <p:graphicFrame>
        <p:nvGraphicFramePr>
          <p:cNvPr id="5" name="Espace réservé du contenu 2">
            <a:extLst>
              <a:ext uri="{FF2B5EF4-FFF2-40B4-BE49-F238E27FC236}">
                <a16:creationId xmlns:a16="http://schemas.microsoft.com/office/drawing/2014/main" id="{F40D4948-E2B8-D3DD-1785-0909BE372C0E}"/>
              </a:ext>
            </a:extLst>
          </p:cNvPr>
          <p:cNvGraphicFramePr>
            <a:graphicFrameLocks noGrp="1"/>
          </p:cNvGraphicFramePr>
          <p:nvPr>
            <p:ph sz="quarter" idx="13"/>
            <p:extLst>
              <p:ext uri="{D42A27DB-BD31-4B8C-83A1-F6EECF244321}">
                <p14:modId xmlns:p14="http://schemas.microsoft.com/office/powerpoint/2010/main" val="332306966"/>
              </p:ext>
            </p:extLst>
          </p:nvPr>
        </p:nvGraphicFramePr>
        <p:xfrm>
          <a:off x="4504268" y="549274"/>
          <a:ext cx="7315200" cy="58064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075693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10883AD-D624-28F3-192A-4D4DA1C9E6F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12196802"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782EDAAC-59B0-AC2B-65B2-561BD2E989F8}"/>
              </a:ext>
            </a:extLst>
          </p:cNvPr>
          <p:cNvSpPr>
            <a:spLocks noGrp="1"/>
          </p:cNvSpPr>
          <p:nvPr>
            <p:ph type="title"/>
          </p:nvPr>
        </p:nvSpPr>
        <p:spPr>
          <a:xfrm>
            <a:off x="381966" y="167834"/>
            <a:ext cx="11389488" cy="1020792"/>
          </a:xfrm>
        </p:spPr>
        <p:txBody>
          <a:bodyPr anchor="t">
            <a:normAutofit fontScale="90000"/>
          </a:bodyPr>
          <a:lstStyle/>
          <a:p>
            <a:r>
              <a:rPr lang="fr-FR" dirty="0"/>
              <a:t>De quelles données ai-je besoin pour répondre à ces questions ?</a:t>
            </a:r>
          </a:p>
        </p:txBody>
      </p:sp>
      <p:graphicFrame>
        <p:nvGraphicFramePr>
          <p:cNvPr id="5" name="Espace réservé du contenu 2">
            <a:extLst>
              <a:ext uri="{FF2B5EF4-FFF2-40B4-BE49-F238E27FC236}">
                <a16:creationId xmlns:a16="http://schemas.microsoft.com/office/drawing/2014/main" id="{EF3664DC-230B-EA7F-CA54-0F994093975B}"/>
              </a:ext>
            </a:extLst>
          </p:cNvPr>
          <p:cNvGraphicFramePr>
            <a:graphicFrameLocks noGrp="1"/>
          </p:cNvGraphicFramePr>
          <p:nvPr>
            <p:ph sz="quarter" idx="13"/>
            <p:extLst>
              <p:ext uri="{D42A27DB-BD31-4B8C-83A1-F6EECF244321}">
                <p14:modId xmlns:p14="http://schemas.microsoft.com/office/powerpoint/2010/main" val="4219150048"/>
              </p:ext>
            </p:extLst>
          </p:nvPr>
        </p:nvGraphicFramePr>
        <p:xfrm>
          <a:off x="266218" y="381965"/>
          <a:ext cx="11925782" cy="64760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570706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874A079-13BB-6888-56A4-A76BC056FE6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12196802"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3AB7F1C-E2D2-9382-967E-AA0197894377}"/>
              </a:ext>
            </a:extLst>
          </p:cNvPr>
          <p:cNvSpPr>
            <a:spLocks noGrp="1"/>
          </p:cNvSpPr>
          <p:nvPr>
            <p:ph type="title"/>
          </p:nvPr>
        </p:nvSpPr>
        <p:spPr>
          <a:xfrm>
            <a:off x="612648" y="221960"/>
            <a:ext cx="10653578" cy="1132258"/>
          </a:xfrm>
        </p:spPr>
        <p:txBody>
          <a:bodyPr vert="horz" lIns="91440" tIns="45720" rIns="91440" bIns="45720" rtlCol="0" anchor="t">
            <a:normAutofit/>
          </a:bodyPr>
          <a:lstStyle/>
          <a:p>
            <a:r>
              <a:rPr lang="en-US" b="1" kern="1200" dirty="0"/>
              <a:t>De quoi a-t-on </a:t>
            </a:r>
            <a:r>
              <a:rPr lang="en-US" b="1" kern="1200" dirty="0" err="1"/>
              <a:t>besoin</a:t>
            </a:r>
            <a:r>
              <a:rPr lang="en-US" b="1" kern="1200" dirty="0"/>
              <a:t> pour </a:t>
            </a:r>
            <a:r>
              <a:rPr lang="en-US" b="1" kern="1200" dirty="0" err="1"/>
              <a:t>décrire</a:t>
            </a:r>
            <a:r>
              <a:rPr lang="en-US" b="1" kern="1200" dirty="0"/>
              <a:t> </a:t>
            </a:r>
            <a:r>
              <a:rPr lang="en-US" b="1" kern="1200" dirty="0" err="1"/>
              <a:t>chaque</a:t>
            </a:r>
            <a:r>
              <a:rPr lang="en-US" b="1" kern="1200" dirty="0"/>
              <a:t> </a:t>
            </a:r>
            <a:r>
              <a:rPr lang="en-US" b="1" kern="1200" dirty="0" err="1"/>
              <a:t>en</a:t>
            </a:r>
            <a:r>
              <a:rPr lang="en-US" dirty="0" err="1"/>
              <a:t>tité</a:t>
            </a:r>
            <a:r>
              <a:rPr lang="en-US" i="1" dirty="0"/>
              <a:t>?</a:t>
            </a:r>
            <a:endParaRPr lang="en-US" b="1" kern="1200" dirty="0"/>
          </a:p>
        </p:txBody>
      </p:sp>
      <p:graphicFrame>
        <p:nvGraphicFramePr>
          <p:cNvPr id="6" name="Espace réservé du contenu 2">
            <a:extLst>
              <a:ext uri="{FF2B5EF4-FFF2-40B4-BE49-F238E27FC236}">
                <a16:creationId xmlns:a16="http://schemas.microsoft.com/office/drawing/2014/main" id="{17A71616-659F-2458-3112-519EFBEC8854}"/>
              </a:ext>
            </a:extLst>
          </p:cNvPr>
          <p:cNvGraphicFramePr>
            <a:graphicFrameLocks noGrp="1"/>
          </p:cNvGraphicFramePr>
          <p:nvPr>
            <p:ph idx="1"/>
            <p:extLst>
              <p:ext uri="{D42A27DB-BD31-4B8C-83A1-F6EECF244321}">
                <p14:modId xmlns:p14="http://schemas.microsoft.com/office/powerpoint/2010/main" val="1078548965"/>
              </p:ext>
            </p:extLst>
          </p:nvPr>
        </p:nvGraphicFramePr>
        <p:xfrm>
          <a:off x="284988" y="2028438"/>
          <a:ext cx="3600000" cy="2160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ZoneTexte 2">
            <a:extLst>
              <a:ext uri="{FF2B5EF4-FFF2-40B4-BE49-F238E27FC236}">
                <a16:creationId xmlns:a16="http://schemas.microsoft.com/office/drawing/2014/main" id="{E4B4EBF0-BFC9-99F5-FD08-482ED2ADC1CF}"/>
              </a:ext>
            </a:extLst>
          </p:cNvPr>
          <p:cNvSpPr txBox="1"/>
          <p:nvPr/>
        </p:nvSpPr>
        <p:spPr>
          <a:xfrm>
            <a:off x="924789" y="1432936"/>
            <a:ext cx="1826029" cy="368882"/>
          </a:xfrm>
          <a:prstGeom prst="rect">
            <a:avLst/>
          </a:prstGeom>
        </p:spPr>
        <p:txBody>
          <a:bodyPr vert="horz" lIns="91440" tIns="45720" rIns="91440" bIns="45720" rtlCol="0" anchor="t">
            <a:normAutofit/>
          </a:bodyPr>
          <a:lstStyle>
            <a:lvl1pPr>
              <a:lnSpc>
                <a:spcPct val="90000"/>
              </a:lnSpc>
              <a:spcBef>
                <a:spcPct val="0"/>
              </a:spcBef>
              <a:buNone/>
              <a:defRPr sz="3600" b="1">
                <a:latin typeface="+mj-lt"/>
                <a:ea typeface="+mj-ea"/>
                <a:cs typeface="+mj-cs"/>
              </a:defRPr>
            </a:lvl1pPr>
          </a:lstStyle>
          <a:p>
            <a:pPr algn="ctr"/>
            <a:r>
              <a:rPr lang="fr-FR" sz="1800" dirty="0"/>
              <a:t>Transaction</a:t>
            </a:r>
          </a:p>
        </p:txBody>
      </p:sp>
      <p:graphicFrame>
        <p:nvGraphicFramePr>
          <p:cNvPr id="4" name="Espace réservé du contenu 2">
            <a:extLst>
              <a:ext uri="{FF2B5EF4-FFF2-40B4-BE49-F238E27FC236}">
                <a16:creationId xmlns:a16="http://schemas.microsoft.com/office/drawing/2014/main" id="{BFD1C7CB-060A-CF82-9AA9-6597207DA8FE}"/>
              </a:ext>
            </a:extLst>
          </p:cNvPr>
          <p:cNvGraphicFramePr>
            <a:graphicFrameLocks/>
          </p:cNvGraphicFramePr>
          <p:nvPr>
            <p:extLst>
              <p:ext uri="{D42A27DB-BD31-4B8C-83A1-F6EECF244321}">
                <p14:modId xmlns:p14="http://schemas.microsoft.com/office/powerpoint/2010/main" val="966079490"/>
              </p:ext>
            </p:extLst>
          </p:nvPr>
        </p:nvGraphicFramePr>
        <p:xfrm>
          <a:off x="4707014" y="2028438"/>
          <a:ext cx="3600000" cy="21600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7" name="ZoneTexte 6">
            <a:extLst>
              <a:ext uri="{FF2B5EF4-FFF2-40B4-BE49-F238E27FC236}">
                <a16:creationId xmlns:a16="http://schemas.microsoft.com/office/drawing/2014/main" id="{D5935DEF-74EE-AAED-A6FF-D9A646D05AA1}"/>
              </a:ext>
            </a:extLst>
          </p:cNvPr>
          <p:cNvSpPr txBox="1"/>
          <p:nvPr/>
        </p:nvSpPr>
        <p:spPr>
          <a:xfrm>
            <a:off x="5182493" y="1391716"/>
            <a:ext cx="1826029" cy="368882"/>
          </a:xfrm>
          <a:prstGeom prst="rect">
            <a:avLst/>
          </a:prstGeom>
        </p:spPr>
        <p:txBody>
          <a:bodyPr vert="horz" lIns="91440" tIns="45720" rIns="91440" bIns="45720" rtlCol="0" anchor="t">
            <a:normAutofit fontScale="92500"/>
          </a:bodyPr>
          <a:lstStyle>
            <a:lvl1pPr>
              <a:lnSpc>
                <a:spcPct val="90000"/>
              </a:lnSpc>
              <a:spcBef>
                <a:spcPct val="0"/>
              </a:spcBef>
              <a:buNone/>
              <a:defRPr sz="3600" b="1">
                <a:latin typeface="+mj-lt"/>
                <a:ea typeface="+mj-ea"/>
                <a:cs typeface="+mj-cs"/>
              </a:defRPr>
            </a:lvl1pPr>
          </a:lstStyle>
          <a:p>
            <a:pPr algn="ctr"/>
            <a:r>
              <a:rPr lang="fr-FR" sz="1800" dirty="0"/>
              <a:t>Bien immobilier</a:t>
            </a:r>
          </a:p>
        </p:txBody>
      </p:sp>
      <p:graphicFrame>
        <p:nvGraphicFramePr>
          <p:cNvPr id="8" name="Rectangle 1">
            <a:extLst>
              <a:ext uri="{FF2B5EF4-FFF2-40B4-BE49-F238E27FC236}">
                <a16:creationId xmlns:a16="http://schemas.microsoft.com/office/drawing/2014/main" id="{0C27D8EC-3D12-3F9A-6583-2C39C936EE9A}"/>
              </a:ext>
            </a:extLst>
          </p:cNvPr>
          <p:cNvGraphicFramePr>
            <a:graphicFrameLocks/>
          </p:cNvGraphicFramePr>
          <p:nvPr>
            <p:extLst>
              <p:ext uri="{D42A27DB-BD31-4B8C-83A1-F6EECF244321}">
                <p14:modId xmlns:p14="http://schemas.microsoft.com/office/powerpoint/2010/main" val="75309560"/>
              </p:ext>
            </p:extLst>
          </p:nvPr>
        </p:nvGraphicFramePr>
        <p:xfrm>
          <a:off x="8553211" y="2028438"/>
          <a:ext cx="3600000" cy="2160000"/>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9" name="ZoneTexte 8">
            <a:extLst>
              <a:ext uri="{FF2B5EF4-FFF2-40B4-BE49-F238E27FC236}">
                <a16:creationId xmlns:a16="http://schemas.microsoft.com/office/drawing/2014/main" id="{8CF698DA-05BB-B640-3A53-AAC5869AAB04}"/>
              </a:ext>
            </a:extLst>
          </p:cNvPr>
          <p:cNvSpPr txBox="1"/>
          <p:nvPr/>
        </p:nvSpPr>
        <p:spPr>
          <a:xfrm>
            <a:off x="9440197" y="1354218"/>
            <a:ext cx="1826029" cy="368882"/>
          </a:xfrm>
          <a:prstGeom prst="rect">
            <a:avLst/>
          </a:prstGeom>
        </p:spPr>
        <p:txBody>
          <a:bodyPr vert="horz" lIns="91440" tIns="45720" rIns="91440" bIns="45720" rtlCol="0" anchor="t">
            <a:normAutofit/>
          </a:bodyPr>
          <a:lstStyle>
            <a:lvl1pPr>
              <a:lnSpc>
                <a:spcPct val="90000"/>
              </a:lnSpc>
              <a:spcBef>
                <a:spcPct val="0"/>
              </a:spcBef>
              <a:buNone/>
              <a:defRPr sz="3600" b="1">
                <a:latin typeface="+mj-lt"/>
                <a:ea typeface="+mj-ea"/>
                <a:cs typeface="+mj-cs"/>
              </a:defRPr>
            </a:lvl1pPr>
          </a:lstStyle>
          <a:p>
            <a:pPr algn="ctr"/>
            <a:r>
              <a:rPr lang="fr-FR" sz="1800" dirty="0"/>
              <a:t>Type de Bien</a:t>
            </a:r>
          </a:p>
        </p:txBody>
      </p:sp>
      <p:graphicFrame>
        <p:nvGraphicFramePr>
          <p:cNvPr id="10" name="Espace réservé du contenu 2">
            <a:extLst>
              <a:ext uri="{FF2B5EF4-FFF2-40B4-BE49-F238E27FC236}">
                <a16:creationId xmlns:a16="http://schemas.microsoft.com/office/drawing/2014/main" id="{61CBF45A-AFF2-FC4B-425B-39A81A5B20CB}"/>
              </a:ext>
            </a:extLst>
          </p:cNvPr>
          <p:cNvGraphicFramePr>
            <a:graphicFrameLocks/>
          </p:cNvGraphicFramePr>
          <p:nvPr>
            <p:extLst>
              <p:ext uri="{D42A27DB-BD31-4B8C-83A1-F6EECF244321}">
                <p14:modId xmlns:p14="http://schemas.microsoft.com/office/powerpoint/2010/main" val="2527089508"/>
              </p:ext>
            </p:extLst>
          </p:nvPr>
        </p:nvGraphicFramePr>
        <p:xfrm>
          <a:off x="280754" y="4698000"/>
          <a:ext cx="3600000" cy="2160000"/>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sp>
        <p:nvSpPr>
          <p:cNvPr id="11" name="ZoneTexte 10">
            <a:extLst>
              <a:ext uri="{FF2B5EF4-FFF2-40B4-BE49-F238E27FC236}">
                <a16:creationId xmlns:a16="http://schemas.microsoft.com/office/drawing/2014/main" id="{787DFA80-BEE1-CB47-E7A6-F4093AE8C3E0}"/>
              </a:ext>
            </a:extLst>
          </p:cNvPr>
          <p:cNvSpPr txBox="1"/>
          <p:nvPr/>
        </p:nvSpPr>
        <p:spPr>
          <a:xfrm>
            <a:off x="1167740" y="4188438"/>
            <a:ext cx="1826029" cy="368882"/>
          </a:xfrm>
          <a:prstGeom prst="rect">
            <a:avLst/>
          </a:prstGeom>
        </p:spPr>
        <p:txBody>
          <a:bodyPr vert="horz" lIns="91440" tIns="45720" rIns="91440" bIns="45720" rtlCol="0" anchor="t">
            <a:normAutofit/>
          </a:bodyPr>
          <a:lstStyle>
            <a:lvl1pPr>
              <a:lnSpc>
                <a:spcPct val="90000"/>
              </a:lnSpc>
              <a:spcBef>
                <a:spcPct val="0"/>
              </a:spcBef>
              <a:buNone/>
              <a:defRPr sz="3600" b="1">
                <a:latin typeface="+mj-lt"/>
                <a:ea typeface="+mj-ea"/>
                <a:cs typeface="+mj-cs"/>
              </a:defRPr>
            </a:lvl1pPr>
          </a:lstStyle>
          <a:p>
            <a:pPr algn="ctr"/>
            <a:r>
              <a:rPr lang="fr-FR" sz="1800" dirty="0"/>
              <a:t>Commune</a:t>
            </a:r>
          </a:p>
        </p:txBody>
      </p:sp>
      <p:graphicFrame>
        <p:nvGraphicFramePr>
          <p:cNvPr id="12" name="Espace réservé du contenu 2">
            <a:extLst>
              <a:ext uri="{FF2B5EF4-FFF2-40B4-BE49-F238E27FC236}">
                <a16:creationId xmlns:a16="http://schemas.microsoft.com/office/drawing/2014/main" id="{B464BF98-7A6C-B743-7E31-F2774D8BE936}"/>
              </a:ext>
            </a:extLst>
          </p:cNvPr>
          <p:cNvGraphicFramePr>
            <a:graphicFrameLocks/>
          </p:cNvGraphicFramePr>
          <p:nvPr>
            <p:extLst>
              <p:ext uri="{D42A27DB-BD31-4B8C-83A1-F6EECF244321}">
                <p14:modId xmlns:p14="http://schemas.microsoft.com/office/powerpoint/2010/main" val="2718013789"/>
              </p:ext>
            </p:extLst>
          </p:nvPr>
        </p:nvGraphicFramePr>
        <p:xfrm>
          <a:off x="8553211" y="4698000"/>
          <a:ext cx="3600000" cy="2160000"/>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sp>
        <p:nvSpPr>
          <p:cNvPr id="13" name="ZoneTexte 12">
            <a:extLst>
              <a:ext uri="{FF2B5EF4-FFF2-40B4-BE49-F238E27FC236}">
                <a16:creationId xmlns:a16="http://schemas.microsoft.com/office/drawing/2014/main" id="{2137BEE3-36AC-A3D4-BF86-B2BEAFA7D00D}"/>
              </a:ext>
            </a:extLst>
          </p:cNvPr>
          <p:cNvSpPr txBox="1"/>
          <p:nvPr/>
        </p:nvSpPr>
        <p:spPr>
          <a:xfrm>
            <a:off x="9440196" y="4188438"/>
            <a:ext cx="1826029" cy="368882"/>
          </a:xfrm>
          <a:prstGeom prst="rect">
            <a:avLst/>
          </a:prstGeom>
        </p:spPr>
        <p:txBody>
          <a:bodyPr vert="horz" lIns="91440" tIns="45720" rIns="91440" bIns="45720" rtlCol="0" anchor="t">
            <a:normAutofit/>
          </a:bodyPr>
          <a:lstStyle>
            <a:lvl1pPr>
              <a:lnSpc>
                <a:spcPct val="90000"/>
              </a:lnSpc>
              <a:spcBef>
                <a:spcPct val="0"/>
              </a:spcBef>
              <a:buNone/>
              <a:defRPr sz="3600" b="1">
                <a:latin typeface="+mj-lt"/>
                <a:ea typeface="+mj-ea"/>
                <a:cs typeface="+mj-cs"/>
              </a:defRPr>
            </a:lvl1pPr>
          </a:lstStyle>
          <a:p>
            <a:pPr algn="ctr"/>
            <a:r>
              <a:rPr lang="fr-FR" sz="1800" dirty="0"/>
              <a:t>Région</a:t>
            </a:r>
          </a:p>
        </p:txBody>
      </p:sp>
      <p:graphicFrame>
        <p:nvGraphicFramePr>
          <p:cNvPr id="14" name="Espace réservé du contenu 2">
            <a:extLst>
              <a:ext uri="{FF2B5EF4-FFF2-40B4-BE49-F238E27FC236}">
                <a16:creationId xmlns:a16="http://schemas.microsoft.com/office/drawing/2014/main" id="{9F282BAE-1EA6-6957-B51B-4DD44AA92DB4}"/>
              </a:ext>
            </a:extLst>
          </p:cNvPr>
          <p:cNvGraphicFramePr>
            <a:graphicFrameLocks/>
          </p:cNvGraphicFramePr>
          <p:nvPr>
            <p:extLst>
              <p:ext uri="{D42A27DB-BD31-4B8C-83A1-F6EECF244321}">
                <p14:modId xmlns:p14="http://schemas.microsoft.com/office/powerpoint/2010/main" val="565943652"/>
              </p:ext>
            </p:extLst>
          </p:nvPr>
        </p:nvGraphicFramePr>
        <p:xfrm>
          <a:off x="4161508" y="4667055"/>
          <a:ext cx="3600000" cy="2160000"/>
        </p:xfrm>
        <a:graphic>
          <a:graphicData uri="http://schemas.openxmlformats.org/drawingml/2006/diagram">
            <dgm:relIds xmlns:dgm="http://schemas.openxmlformats.org/drawingml/2006/diagram" xmlns:r="http://schemas.openxmlformats.org/officeDocument/2006/relationships" r:dm="rId27" r:lo="rId28" r:qs="rId29" r:cs="rId30"/>
          </a:graphicData>
        </a:graphic>
      </p:graphicFrame>
      <p:sp>
        <p:nvSpPr>
          <p:cNvPr id="15" name="ZoneTexte 14">
            <a:extLst>
              <a:ext uri="{FF2B5EF4-FFF2-40B4-BE49-F238E27FC236}">
                <a16:creationId xmlns:a16="http://schemas.microsoft.com/office/drawing/2014/main" id="{84CC2607-D962-EF99-B56D-7C75F0F772EE}"/>
              </a:ext>
            </a:extLst>
          </p:cNvPr>
          <p:cNvSpPr txBox="1"/>
          <p:nvPr/>
        </p:nvSpPr>
        <p:spPr>
          <a:xfrm>
            <a:off x="5052728" y="4188438"/>
            <a:ext cx="1826029" cy="368882"/>
          </a:xfrm>
          <a:prstGeom prst="rect">
            <a:avLst/>
          </a:prstGeom>
        </p:spPr>
        <p:txBody>
          <a:bodyPr vert="horz" lIns="91440" tIns="45720" rIns="91440" bIns="45720" rtlCol="0" anchor="t">
            <a:normAutofit/>
          </a:bodyPr>
          <a:lstStyle>
            <a:lvl1pPr>
              <a:lnSpc>
                <a:spcPct val="90000"/>
              </a:lnSpc>
              <a:spcBef>
                <a:spcPct val="0"/>
              </a:spcBef>
              <a:buNone/>
              <a:defRPr sz="3600" b="1">
                <a:latin typeface="+mj-lt"/>
                <a:ea typeface="+mj-ea"/>
                <a:cs typeface="+mj-cs"/>
              </a:defRPr>
            </a:lvl1pPr>
          </a:lstStyle>
          <a:p>
            <a:pPr algn="ctr"/>
            <a:r>
              <a:rPr lang="fr-FR" sz="1800" dirty="0"/>
              <a:t>Département</a:t>
            </a:r>
          </a:p>
        </p:txBody>
      </p:sp>
    </p:spTree>
    <p:extLst>
      <p:ext uri="{BB962C8B-B14F-4D97-AF65-F5344CB8AC3E}">
        <p14:creationId xmlns:p14="http://schemas.microsoft.com/office/powerpoint/2010/main" val="1231363191"/>
      </p:ext>
    </p:extLst>
  </p:cSld>
  <p:clrMapOvr>
    <a:masterClrMapping/>
  </p:clrMapOvr>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 id="{83D43F4A-02D5-42AD-9542-27487597C212}" vid="{14154C61-C2E2-42F2-9833-4EC39495D4C7}"/>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10358</TotalTime>
  <Words>1120</Words>
  <Application>Microsoft Office PowerPoint</Application>
  <PresentationFormat>Grand écran</PresentationFormat>
  <Paragraphs>89</Paragraphs>
  <Slides>9</Slides>
  <Notes>5</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9</vt:i4>
      </vt:variant>
    </vt:vector>
  </HeadingPairs>
  <TitlesOfParts>
    <vt:vector size="14" baseType="lpstr">
      <vt:lpstr>Aptos</vt:lpstr>
      <vt:lpstr>Arial</vt:lpstr>
      <vt:lpstr>Calibri</vt:lpstr>
      <vt:lpstr>Neue Haas Grotesk Text Pro</vt:lpstr>
      <vt:lpstr>Helena</vt:lpstr>
      <vt:lpstr>Création et utilisation d’une base de données immobilière </vt:lpstr>
      <vt:lpstr>Objectif global</vt:lpstr>
      <vt:lpstr>Contexte du projet Laplace Immo</vt:lpstr>
      <vt:lpstr>Centraliser l’analyse immobilière</vt:lpstr>
      <vt:lpstr>Créer une base de données fiable</vt:lpstr>
      <vt:lpstr>Valoriser les données immobilières</vt:lpstr>
      <vt:lpstr>Ce que la base doit permettre de calculer.</vt:lpstr>
      <vt:lpstr>De quelles données ai-je besoin pour répondre à ces questions ?</vt:lpstr>
      <vt:lpstr>De quoi a-t-on besoin pour décrire chaque entité?</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Lods SOKOU</dc:creator>
  <cp:lastModifiedBy>Lods SOKOU</cp:lastModifiedBy>
  <cp:revision>1</cp:revision>
  <dcterms:created xsi:type="dcterms:W3CDTF">2026-01-12T15:15:02Z</dcterms:created>
  <dcterms:modified xsi:type="dcterms:W3CDTF">2026-01-22T22:53:22Z</dcterms:modified>
</cp:coreProperties>
</file>